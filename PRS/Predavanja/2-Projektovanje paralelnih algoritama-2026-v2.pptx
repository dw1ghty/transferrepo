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Lst>
  <p:notesMasterIdLst>
    <p:notesMasterId r:id="rId34"/>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306" r:id="rId20"/>
    <p:sldId id="276" r:id="rId21"/>
    <p:sldId id="279" r:id="rId22"/>
    <p:sldId id="280" r:id="rId23"/>
    <p:sldId id="281" r:id="rId24"/>
    <p:sldId id="282" r:id="rId25"/>
    <p:sldId id="283" r:id="rId26"/>
    <p:sldId id="284" r:id="rId27"/>
    <p:sldId id="308" r:id="rId28"/>
    <p:sldId id="309" r:id="rId29"/>
    <p:sldId id="310" r:id="rId30"/>
    <p:sldId id="311" r:id="rId31"/>
    <p:sldId id="312" r:id="rId32"/>
    <p:sldId id="313" r:id="rId3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7098" autoAdjust="0"/>
  </p:normalViewPr>
  <p:slideViewPr>
    <p:cSldViewPr>
      <p:cViewPr varScale="1">
        <p:scale>
          <a:sx n="39" d="100"/>
          <a:sy n="39" d="100"/>
        </p:scale>
        <p:origin x="2060" y="26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presProps" Target="presProps.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r-Latn-R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F7787B3-8976-4F2A-9C75-4C7A662943AB}" type="datetimeFigureOut">
              <a:rPr lang="sr-Latn-RS" smtClean="0"/>
              <a:t>23.3.2026.</a:t>
            </a:fld>
            <a:endParaRPr lang="sr-Latn-R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sr-Latn-R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r-Latn-R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sr-Latn-R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A509668-E372-4126-889D-72BA7CAF3CF7}" type="slidenum">
              <a:rPr lang="sr-Latn-RS" smtClean="0"/>
              <a:t>‹#›</a:t>
            </a:fld>
            <a:endParaRPr lang="sr-Latn-RS"/>
          </a:p>
        </p:txBody>
      </p:sp>
    </p:spTree>
    <p:extLst>
      <p:ext uri="{BB962C8B-B14F-4D97-AF65-F5344CB8AC3E}">
        <p14:creationId xmlns:p14="http://schemas.microsoft.com/office/powerpoint/2010/main" val="1633702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sr-Latn-RS" dirty="0"/>
              <a:t>Sada ćemo razmotriti neke opšte napomene kod projektovanja paralelnih algoritama. </a:t>
            </a:r>
            <a:r>
              <a:rPr lang="en-US" dirty="0"/>
              <a:t>Ne </a:t>
            </a:r>
            <a:r>
              <a:rPr lang="en-US" dirty="0" err="1"/>
              <a:t>postoji</a:t>
            </a:r>
            <a:r>
              <a:rPr lang="en-US" dirty="0"/>
              <a:t> </a:t>
            </a:r>
            <a:r>
              <a:rPr lang="en-US" dirty="0" err="1"/>
              <a:t>jedinstveni</a:t>
            </a:r>
            <a:r>
              <a:rPr lang="en-US" dirty="0"/>
              <a:t> </a:t>
            </a:r>
            <a:r>
              <a:rPr lang="en-US" dirty="0" err="1"/>
              <a:t>recept</a:t>
            </a:r>
            <a:r>
              <a:rPr lang="en-US" dirty="0"/>
              <a:t> </a:t>
            </a:r>
            <a:r>
              <a:rPr lang="sr-Latn-RS" dirty="0"/>
              <a:t>za projektovanje. Naime, ovaj proces zahteva određeni stepen kreativnosti</a:t>
            </a:r>
            <a:endParaRPr lang="en-US" dirty="0"/>
          </a:p>
          <a:p>
            <a:endParaRPr lang="en-US" dirty="0"/>
          </a:p>
        </p:txBody>
      </p:sp>
      <p:sp>
        <p:nvSpPr>
          <p:cNvPr id="4" name="Slide Number Placeholder 3"/>
          <p:cNvSpPr>
            <a:spLocks noGrp="1"/>
          </p:cNvSpPr>
          <p:nvPr>
            <p:ph type="sldNum" sz="quarter" idx="5"/>
          </p:nvPr>
        </p:nvSpPr>
        <p:spPr/>
        <p:txBody>
          <a:bodyPr/>
          <a:lstStyle/>
          <a:p>
            <a:fld id="{3A509668-E372-4126-889D-72BA7CAF3CF7}" type="slidenum">
              <a:rPr lang="sr-Latn-RS" smtClean="0"/>
              <a:t>1</a:t>
            </a:fld>
            <a:endParaRPr lang="sr-Latn-RS"/>
          </a:p>
        </p:txBody>
      </p:sp>
    </p:spTree>
    <p:extLst>
      <p:ext uri="{BB962C8B-B14F-4D97-AF65-F5344CB8AC3E}">
        <p14:creationId xmlns:p14="http://schemas.microsoft.com/office/powerpoint/2010/main" val="19146505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Ian Foster je 1995 </a:t>
            </a:r>
            <a:r>
              <a:rPr lang="en-US" dirty="0" err="1"/>
              <a:t>predlo</a:t>
            </a:r>
            <a:r>
              <a:rPr lang="sr-Latn-RS" dirty="0"/>
              <a:t>žio opštu </a:t>
            </a:r>
            <a:r>
              <a:rPr lang="en-US" dirty="0" err="1"/>
              <a:t>metodologiju</a:t>
            </a:r>
            <a:r>
              <a:rPr lang="en-US" dirty="0"/>
              <a:t> </a:t>
            </a:r>
            <a:r>
              <a:rPr lang="sr-Latn-RS" dirty="0"/>
              <a:t>projektovanja paralelnih algoritama koja se sastoji od 4 </a:t>
            </a:r>
            <a:r>
              <a:rPr lang="en-US" dirty="0" err="1"/>
              <a:t>koraka</a:t>
            </a:r>
            <a:r>
              <a:rPr lang="en-US" dirty="0"/>
              <a:t>:</a:t>
            </a:r>
            <a:endParaRPr lang="sr-Latn-RS" dirty="0"/>
          </a:p>
          <a:p>
            <a:pPr lvl="1"/>
            <a:r>
              <a:rPr lang="sr-Latn-RS" dirty="0"/>
              <a:t>Dekompozicija</a:t>
            </a:r>
          </a:p>
          <a:p>
            <a:pPr lvl="1"/>
            <a:r>
              <a:rPr lang="sr-Latn-RS" dirty="0"/>
              <a:t>komunikacija</a:t>
            </a:r>
          </a:p>
          <a:p>
            <a:pPr lvl="1"/>
            <a:r>
              <a:rPr lang="sr-Latn-RS" dirty="0"/>
              <a:t>aglomeracija</a:t>
            </a:r>
          </a:p>
          <a:p>
            <a:pPr lvl="1"/>
            <a:r>
              <a:rPr lang="sr-Latn-RS" dirty="0"/>
              <a:t>preslikavanje</a:t>
            </a:r>
            <a:endParaRPr lang="en-US" dirty="0"/>
          </a:p>
          <a:p>
            <a:endParaRPr lang="sr-Latn-RS" dirty="0"/>
          </a:p>
        </p:txBody>
      </p:sp>
      <p:sp>
        <p:nvSpPr>
          <p:cNvPr id="4" name="Slide Number Placeholder 3"/>
          <p:cNvSpPr>
            <a:spLocks noGrp="1"/>
          </p:cNvSpPr>
          <p:nvPr>
            <p:ph type="sldNum" sz="quarter" idx="5"/>
          </p:nvPr>
        </p:nvSpPr>
        <p:spPr/>
        <p:txBody>
          <a:bodyPr/>
          <a:lstStyle/>
          <a:p>
            <a:fld id="{3A509668-E372-4126-889D-72BA7CAF3CF7}" type="slidenum">
              <a:rPr lang="sr-Latn-RS" smtClean="0"/>
              <a:t>2</a:t>
            </a:fld>
            <a:endParaRPr lang="sr-Latn-RS"/>
          </a:p>
        </p:txBody>
      </p:sp>
    </p:spTree>
    <p:extLst>
      <p:ext uri="{BB962C8B-B14F-4D97-AF65-F5344CB8AC3E}">
        <p14:creationId xmlns:p14="http://schemas.microsoft.com/office/powerpoint/2010/main" val="24545481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Prvi </a:t>
            </a:r>
            <a:r>
              <a:rPr lang="en-US" dirty="0" err="1"/>
              <a:t>zadatak</a:t>
            </a:r>
            <a:r>
              <a:rPr lang="en-US" dirty="0"/>
              <a:t> </a:t>
            </a:r>
            <a:r>
              <a:rPr lang="en-US" dirty="0" err="1"/>
              <a:t>kod</a:t>
            </a:r>
            <a:r>
              <a:rPr lang="en-US" dirty="0"/>
              <a:t> </a:t>
            </a:r>
            <a:r>
              <a:rPr lang="en-US" dirty="0" err="1"/>
              <a:t>projektovanja</a:t>
            </a:r>
            <a:r>
              <a:rPr lang="en-US" dirty="0"/>
              <a:t> </a:t>
            </a:r>
            <a:r>
              <a:rPr lang="en-US" dirty="0" err="1"/>
              <a:t>paralelnog</a:t>
            </a:r>
            <a:r>
              <a:rPr lang="en-US" dirty="0"/>
              <a:t> </a:t>
            </a:r>
            <a:r>
              <a:rPr lang="en-US" dirty="0" err="1"/>
              <a:t>programa</a:t>
            </a:r>
            <a:r>
              <a:rPr lang="en-US" dirty="0"/>
              <a:t> je </a:t>
            </a:r>
            <a:r>
              <a:rPr lang="en-US" dirty="0" err="1"/>
              <a:t>dekompozicija</a:t>
            </a:r>
            <a:r>
              <a:rPr lang="en-US" dirty="0"/>
              <a:t> </a:t>
            </a:r>
            <a:r>
              <a:rPr lang="en-US" dirty="0" err="1"/>
              <a:t>problema</a:t>
            </a:r>
            <a:r>
              <a:rPr lang="en-US" dirty="0"/>
              <a:t>.</a:t>
            </a:r>
          </a:p>
          <a:p>
            <a:r>
              <a:rPr lang="sr-Latn-RS" dirty="0"/>
              <a:t>Cilj dekompozicije je otkrivanje paralelizma. Ovo je jedini korak u kome se detektuje paralelizam. Svi ostali koraci ga redukuju.</a:t>
            </a:r>
          </a:p>
          <a:p>
            <a:r>
              <a:rPr lang="en-US" dirty="0" err="1"/>
              <a:t>Dekompozicija</a:t>
            </a:r>
            <a:r>
              <a:rPr lang="en-US" dirty="0"/>
              <a:t> se </a:t>
            </a:r>
            <a:r>
              <a:rPr lang="en-US" dirty="0" err="1"/>
              <a:t>moze</a:t>
            </a:r>
            <a:r>
              <a:rPr lang="en-US" dirty="0"/>
              <a:t> </a:t>
            </a:r>
            <a:r>
              <a:rPr lang="en-US" dirty="0" err="1"/>
              <a:t>izvrsiti</a:t>
            </a:r>
            <a:r>
              <a:rPr lang="en-US" dirty="0"/>
              <a:t> </a:t>
            </a:r>
            <a:r>
              <a:rPr lang="en-US" dirty="0" err="1"/>
              <a:t>na</a:t>
            </a:r>
            <a:r>
              <a:rPr lang="en-US" dirty="0"/>
              <a:t> </a:t>
            </a:r>
            <a:r>
              <a:rPr lang="en-US" dirty="0" err="1"/>
              <a:t>razlicite</a:t>
            </a:r>
            <a:r>
              <a:rPr lang="en-US" dirty="0"/>
              <a:t> </a:t>
            </a:r>
            <a:r>
              <a:rPr lang="en-US" dirty="0" err="1"/>
              <a:t>nacine</a:t>
            </a:r>
            <a:r>
              <a:rPr lang="en-US" dirty="0"/>
              <a:t>. </a:t>
            </a:r>
            <a:r>
              <a:rPr lang="sr-Latn-RS" dirty="0"/>
              <a:t>Naime, Postoje dva potencijalna izvora paralelizma: </a:t>
            </a:r>
          </a:p>
          <a:p>
            <a:pPr marL="171450" indent="-171450">
              <a:buFont typeface="Arial" panose="020B0604020202020204" pitchFamily="34" charset="0"/>
              <a:buChar char="•"/>
            </a:pPr>
            <a:r>
              <a:rPr lang="sr-Latn-RS" dirty="0"/>
              <a:t>podaci (domenska dekompozicija) i </a:t>
            </a:r>
            <a:r>
              <a:rPr lang="en-US" dirty="0"/>
              <a:t>(data parallelism)</a:t>
            </a:r>
            <a:endParaRPr lang="sr-Latn-RS" dirty="0"/>
          </a:p>
          <a:p>
            <a:pPr marL="171450" indent="-171450">
              <a:buFont typeface="Arial" panose="020B0604020202020204" pitchFamily="34" charset="0"/>
              <a:buChar char="•"/>
            </a:pPr>
            <a:r>
              <a:rPr lang="sr-Latn-RS" dirty="0"/>
              <a:t>izračunavanje (funkcionalna dekompozicija)</a:t>
            </a:r>
            <a:r>
              <a:rPr lang="en-US" dirty="0"/>
              <a:t> (task parallelism)</a:t>
            </a:r>
            <a:endParaRPr lang="sr-Latn-RS" dirty="0"/>
          </a:p>
          <a:p>
            <a:pPr marL="0" indent="0">
              <a:buFont typeface="Arial" panose="020B0604020202020204" pitchFamily="34" charset="0"/>
              <a:buNone/>
            </a:pPr>
            <a:r>
              <a:rPr lang="sr-Latn-RS" dirty="0"/>
              <a:t>T</a:t>
            </a:r>
            <a:r>
              <a:rPr lang="en-US" dirty="0"/>
              <a:t>o </a:t>
            </a:r>
            <a:r>
              <a:rPr lang="sr-Latn-RS" dirty="0"/>
              <a:t>su dva komplementarana metoda za ekstrakciju paralelizma</a:t>
            </a:r>
          </a:p>
        </p:txBody>
      </p:sp>
      <p:sp>
        <p:nvSpPr>
          <p:cNvPr id="4" name="Slide Number Placeholder 3"/>
          <p:cNvSpPr>
            <a:spLocks noGrp="1"/>
          </p:cNvSpPr>
          <p:nvPr>
            <p:ph type="sldNum" sz="quarter" idx="5"/>
          </p:nvPr>
        </p:nvSpPr>
        <p:spPr/>
        <p:txBody>
          <a:bodyPr/>
          <a:lstStyle/>
          <a:p>
            <a:fld id="{3A509668-E372-4126-889D-72BA7CAF3CF7}" type="slidenum">
              <a:rPr lang="sr-Latn-RS" smtClean="0"/>
              <a:t>3</a:t>
            </a:fld>
            <a:endParaRPr lang="sr-Latn-RS"/>
          </a:p>
        </p:txBody>
      </p:sp>
    </p:spTree>
    <p:extLst>
      <p:ext uri="{BB962C8B-B14F-4D97-AF65-F5344CB8AC3E}">
        <p14:creationId xmlns:p14="http://schemas.microsoft.com/office/powerpoint/2010/main" val="2664882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sr-Latn-RS" dirty="0"/>
              <a:t>Cilj je rastaviti podatke na mnogo manjih delovana kojima se može primeniti paralelna obrada (izračunavanje)</a:t>
            </a:r>
          </a:p>
          <a:p>
            <a:r>
              <a:rPr lang="sr-Latn-RS" dirty="0"/>
              <a:t>Ova paralelna izračunavanja ćemo zvati primitivni zadaci (taskovi).</a:t>
            </a:r>
          </a:p>
          <a:p>
            <a:r>
              <a:rPr lang="sr-Latn-RS" dirty="0"/>
              <a:t>Kod domenske dekompozicije, najbolje je identifikovati najveće i najčešće korišćenje podatke, izvršiti njihovu dekompoziciju na mnogo malih, po mogućnosti identičnih delova, i dodeliti svaki taj deo primitivnom zadatku. Moguće je izvršiti dekompoziciju ulaznih podataka ili izlaznih podataka.</a:t>
            </a:r>
          </a:p>
          <a:p>
            <a:r>
              <a:rPr lang="en-US" dirty="0"/>
              <a:t>U </a:t>
            </a:r>
            <a:r>
              <a:rPr lang="sr-Latn-RS" dirty="0"/>
              <a:t>p</a:t>
            </a:r>
            <a:r>
              <a:rPr lang="en-US" dirty="0"/>
              <a:t>rimer</a:t>
            </a:r>
            <a:r>
              <a:rPr lang="sr-Latn-RS" dirty="0"/>
              <a:t>u</a:t>
            </a:r>
            <a:r>
              <a:rPr lang="en-US" dirty="0"/>
              <a:t> </a:t>
            </a:r>
            <a:r>
              <a:rPr lang="en-US" dirty="0" err="1"/>
              <a:t>efektivnog</a:t>
            </a:r>
            <a:r>
              <a:rPr lang="en-US" dirty="0"/>
              <a:t> </a:t>
            </a:r>
            <a:r>
              <a:rPr lang="en-US" dirty="0" err="1"/>
              <a:t>paralelnog</a:t>
            </a:r>
            <a:r>
              <a:rPr lang="en-US" dirty="0"/>
              <a:t> </a:t>
            </a:r>
            <a:r>
              <a:rPr lang="en-US" dirty="0" err="1"/>
              <a:t>algortma</a:t>
            </a:r>
            <a:r>
              <a:rPr lang="sr-Latn-RS" dirty="0"/>
              <a:t> </a:t>
            </a:r>
            <a:r>
              <a:rPr lang="en-US" dirty="0"/>
              <a:t>(</a:t>
            </a:r>
            <a:r>
              <a:rPr lang="sr-Latn-RS" dirty="0"/>
              <a:t>množenje matrice i vektora)</a:t>
            </a:r>
            <a:r>
              <a:rPr lang="en-US" dirty="0"/>
              <a:t> koji </a:t>
            </a:r>
            <a:r>
              <a:rPr lang="en-US" dirty="0" err="1"/>
              <a:t>smo</a:t>
            </a:r>
            <a:r>
              <a:rPr lang="en-US" dirty="0"/>
              <a:t> </a:t>
            </a:r>
            <a:r>
              <a:rPr lang="en-US" dirty="0" err="1"/>
              <a:t>razmatrali</a:t>
            </a:r>
            <a:r>
              <a:rPr lang="en-US" dirty="0"/>
              <a:t> </a:t>
            </a:r>
            <a:r>
              <a:rPr lang="en-US" dirty="0" err="1"/>
              <a:t>na</a:t>
            </a:r>
            <a:r>
              <a:rPr lang="en-US" dirty="0"/>
              <a:t> </a:t>
            </a:r>
            <a:r>
              <a:rPr lang="en-US" dirty="0" err="1"/>
              <a:t>prethodnim</a:t>
            </a:r>
            <a:r>
              <a:rPr lang="en-US" dirty="0"/>
              <a:t> </a:t>
            </a:r>
            <a:r>
              <a:rPr lang="en-US" dirty="0" err="1"/>
              <a:t>predavanjima</a:t>
            </a:r>
            <a:r>
              <a:rPr lang="en-US" dirty="0"/>
              <a:t>, </a:t>
            </a:r>
            <a:r>
              <a:rPr lang="en-US" dirty="0" err="1"/>
              <a:t>smo</a:t>
            </a:r>
            <a:r>
              <a:rPr lang="en-US" dirty="0"/>
              <a:t> </a:t>
            </a:r>
            <a:r>
              <a:rPr lang="en-US" dirty="0" err="1"/>
              <a:t>upravo</a:t>
            </a:r>
            <a:r>
              <a:rPr lang="en-US" dirty="0"/>
              <a:t> i</a:t>
            </a:r>
            <a:r>
              <a:rPr lang="sr-Latn-RS" dirty="0"/>
              <a:t>zvršili domensku dekompoziciju ulaznih podataka</a:t>
            </a:r>
            <a:r>
              <a:rPr lang="en-US" dirty="0"/>
              <a:t>.</a:t>
            </a:r>
            <a:endParaRPr lang="sr-Latn-R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Ili, n</a:t>
            </a:r>
            <a:r>
              <a:rPr lang="sr-Latn-RS" dirty="0"/>
              <a:t>pr. ako imamo 3D model nekog objekta predstavljen kao</a:t>
            </a:r>
            <a:r>
              <a:rPr lang="en-US" dirty="0"/>
              <a:t> </a:t>
            </a:r>
            <a:r>
              <a:rPr lang="sr-Latn-RS" dirty="0"/>
              <a:t>skup 3D tačaka na površini tog objekta, i želimo da rotiramo taj objekat u prostoru, tada (teorijski) možemo primeniti istu operaciju na svakoj tački paralelno i svaku tačku dodeliti primitivnom zadatku. </a:t>
            </a:r>
          </a:p>
          <a:p>
            <a:endParaRPr lang="sr-Latn-RS" dirty="0"/>
          </a:p>
        </p:txBody>
      </p:sp>
      <p:sp>
        <p:nvSpPr>
          <p:cNvPr id="4" name="Slide Number Placeholder 3"/>
          <p:cNvSpPr>
            <a:spLocks noGrp="1"/>
          </p:cNvSpPr>
          <p:nvPr>
            <p:ph type="sldNum" sz="quarter" idx="5"/>
          </p:nvPr>
        </p:nvSpPr>
        <p:spPr/>
        <p:txBody>
          <a:bodyPr/>
          <a:lstStyle/>
          <a:p>
            <a:fld id="{3A509668-E372-4126-889D-72BA7CAF3CF7}" type="slidenum">
              <a:rPr lang="sr-Latn-RS" smtClean="0"/>
              <a:t>4</a:t>
            </a:fld>
            <a:endParaRPr lang="sr-Latn-RS"/>
          </a:p>
        </p:txBody>
      </p:sp>
    </p:spTree>
    <p:extLst>
      <p:ext uri="{BB962C8B-B14F-4D97-AF65-F5344CB8AC3E}">
        <p14:creationId xmlns:p14="http://schemas.microsoft.com/office/powerpoint/2010/main" val="20434875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sr-Latn-RS" dirty="0"/>
              <a:t>Kada vršimo dekompoziciju postavlja se pitanje koliko veliki su blokovi podataka na koje vršimo razbijanje. Ovo se naziva granularnost dekompozicije. Broj primitivnih zadataka (taskova) definiše granularnost dekompozicije. Tako, granularnost može biti gruba (krupna), srednja ili fina.</a:t>
            </a:r>
          </a:p>
          <a:p>
            <a:pPr marL="0" marR="0" lvl="0" indent="0" algn="l" defTabSz="914400" rtl="0" eaLnBrk="1" fontAlgn="auto" latinLnBrk="0" hangingPunct="1">
              <a:lnSpc>
                <a:spcPct val="100000"/>
              </a:lnSpc>
              <a:spcBef>
                <a:spcPts val="0"/>
              </a:spcBef>
              <a:spcAft>
                <a:spcPts val="0"/>
              </a:spcAft>
              <a:buClrTx/>
              <a:buSzTx/>
              <a:buFontTx/>
              <a:buNone/>
              <a:tabLst/>
              <a:defRPr/>
            </a:pPr>
            <a:r>
              <a:rPr lang="sr-Latn-RS" dirty="0"/>
              <a:t>Neka je, npr. zadata trodimenzionalna matrica dimenzija m×n×k, gde su m broj vrsta i n broj kolona u jednoj ravni, a k broj m×n ravni </a:t>
            </a:r>
          </a:p>
          <a:p>
            <a:pPr marL="171450" lvl="0" indent="-171450">
              <a:buFont typeface="Arial" panose="020B0604020202020204" pitchFamily="34" charset="0"/>
              <a:buChar char="•"/>
            </a:pPr>
            <a:r>
              <a:rPr lang="sr-Latn-RS" dirty="0"/>
              <a:t>gr</a:t>
            </a:r>
            <a:r>
              <a:rPr lang="en-US" dirty="0"/>
              <a:t>u</a:t>
            </a:r>
            <a:r>
              <a:rPr lang="sr-Latn-RS" dirty="0"/>
              <a:t>ba (krupna) dekompozicija bi bila podeliti ovu matricu na k ravni i svaku ravan dodeli</a:t>
            </a:r>
            <a:r>
              <a:rPr lang="en-US" dirty="0" err="1"/>
              <a:t>ti</a:t>
            </a:r>
            <a:r>
              <a:rPr lang="sr-Latn-RS" dirty="0"/>
              <a:t> na obradu jednom zadatku</a:t>
            </a:r>
          </a:p>
          <a:p>
            <a:pPr marL="171450" lvl="0" indent="-171450">
              <a:buFont typeface="Arial" panose="020B0604020202020204" pitchFamily="34" charset="0"/>
              <a:buChar char="•"/>
            </a:pPr>
            <a:r>
              <a:rPr lang="sr-Latn-RS" dirty="0"/>
              <a:t>finija dekompozicija bi bila </a:t>
            </a:r>
            <a:r>
              <a:rPr lang="en-US" dirty="0" err="1"/>
              <a:t>podela</a:t>
            </a:r>
            <a:r>
              <a:rPr lang="en-US" dirty="0"/>
              <a:t> </a:t>
            </a:r>
            <a:r>
              <a:rPr lang="sr-Latn-RS" dirty="0"/>
              <a:t>na n×k kolona i dodela svake kolone jednom zadatku</a:t>
            </a:r>
          </a:p>
          <a:p>
            <a:pPr marL="171450" lvl="0" indent="-171450">
              <a:buFont typeface="Arial" panose="020B0604020202020204" pitchFamily="34" charset="0"/>
              <a:buChar char="•"/>
            </a:pPr>
            <a:r>
              <a:rPr lang="sr-Latn-RS" dirty="0"/>
              <a:t>najfinija dekompozicija bi svaki element matrice dodelila jednom zadatku, kreirajući tako n×m×k zadataka. Ova dekompozicija obezbeđuje najveći paralelizam i bila bi najbolji izbor </a:t>
            </a:r>
          </a:p>
          <a:p>
            <a:endParaRPr lang="sr-Latn-RS" dirty="0"/>
          </a:p>
        </p:txBody>
      </p:sp>
      <p:sp>
        <p:nvSpPr>
          <p:cNvPr id="4" name="Slide Number Placeholder 3"/>
          <p:cNvSpPr>
            <a:spLocks noGrp="1"/>
          </p:cNvSpPr>
          <p:nvPr>
            <p:ph type="sldNum" sz="quarter" idx="5"/>
          </p:nvPr>
        </p:nvSpPr>
        <p:spPr/>
        <p:txBody>
          <a:bodyPr/>
          <a:lstStyle/>
          <a:p>
            <a:fld id="{3A509668-E372-4126-889D-72BA7CAF3CF7}" type="slidenum">
              <a:rPr lang="sr-Latn-RS" smtClean="0"/>
              <a:t>5</a:t>
            </a:fld>
            <a:endParaRPr lang="sr-Latn-RS"/>
          </a:p>
        </p:txBody>
      </p:sp>
    </p:spTree>
    <p:extLst>
      <p:ext uri="{BB962C8B-B14F-4D97-AF65-F5344CB8AC3E}">
        <p14:creationId xmlns:p14="http://schemas.microsoft.com/office/powerpoint/2010/main" val="21768800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sr-Latn-RS" dirty="0"/>
              <a:t>Kod funkcionalne dekompozicije akcenat je na izračunavanju koje treba da se obavi, a ne na podacima.</a:t>
            </a:r>
          </a:p>
          <a:p>
            <a:r>
              <a:rPr lang="sr-Latn-RS" dirty="0"/>
              <a:t>Funkcionalni paralelizam postoji ako postojie različite operacije koje se jednovremeno mogu obavljati nad različitim ili istim podacima.</a:t>
            </a:r>
          </a:p>
          <a:p>
            <a:endParaRPr lang="sr-Latn-RS" dirty="0"/>
          </a:p>
          <a:p>
            <a:r>
              <a:rPr lang="sr-Latn-RS" dirty="0"/>
              <a:t>Funkcionalna dekompozicija je koncepcijski prikazana na slici. </a:t>
            </a:r>
            <a:endParaRPr lang="en-US" dirty="0"/>
          </a:p>
          <a:p>
            <a:r>
              <a:rPr lang="en-US" dirty="0"/>
              <a:t>Primer </a:t>
            </a:r>
            <a:r>
              <a:rPr lang="en-US" dirty="0" err="1"/>
              <a:t>funkcionalne</a:t>
            </a:r>
            <a:r>
              <a:rPr lang="en-US" dirty="0"/>
              <a:t> </a:t>
            </a:r>
            <a:r>
              <a:rPr lang="en-US" dirty="0" err="1"/>
              <a:t>dekompozicije</a:t>
            </a:r>
            <a:r>
              <a:rPr lang="en-US" dirty="0"/>
              <a:t> je </a:t>
            </a:r>
            <a:r>
              <a:rPr lang="en-US" dirty="0" err="1"/>
              <a:t>protocna</a:t>
            </a:r>
            <a:r>
              <a:rPr lang="en-US" dirty="0"/>
              <a:t> </a:t>
            </a:r>
            <a:r>
              <a:rPr lang="en-US" dirty="0" err="1"/>
              <a:t>obrada</a:t>
            </a:r>
            <a:r>
              <a:rPr lang="en-US" dirty="0"/>
              <a:t>. </a:t>
            </a:r>
            <a:r>
              <a:rPr lang="en-US" dirty="0" err="1"/>
              <a:t>Setite</a:t>
            </a:r>
            <a:r>
              <a:rPr lang="en-US" dirty="0"/>
              <a:t> se </a:t>
            </a:r>
            <a:r>
              <a:rPr lang="en-US" dirty="0" err="1"/>
              <a:t>protocnog</a:t>
            </a:r>
            <a:r>
              <a:rPr lang="en-US" dirty="0"/>
              <a:t> </a:t>
            </a:r>
            <a:r>
              <a:rPr lang="en-US" dirty="0" err="1"/>
              <a:t>izvrsenja</a:t>
            </a:r>
            <a:r>
              <a:rPr lang="en-US" dirty="0"/>
              <a:t> </a:t>
            </a:r>
            <a:r>
              <a:rPr lang="en-US" dirty="0" err="1"/>
              <a:t>instrukcija</a:t>
            </a:r>
            <a:r>
              <a:rPr lang="en-US" dirty="0"/>
              <a:t>.</a:t>
            </a:r>
            <a:endParaRPr lang="sr-Latn-RS" dirty="0"/>
          </a:p>
          <a:p>
            <a:r>
              <a:rPr lang="en-US" dirty="0"/>
              <a:t>Ili, </a:t>
            </a:r>
            <a:r>
              <a:rPr lang="sr-Latn-RS" dirty="0"/>
              <a:t>npr. u slučaju obrade audio signala.</a:t>
            </a:r>
          </a:p>
          <a:p>
            <a:r>
              <a:rPr lang="sr-Latn-RS" dirty="0"/>
              <a:t> Obrada signala podrazumeva propuštanje signala kroz 4 filtera jedan za drugim. </a:t>
            </a:r>
          </a:p>
          <a:p>
            <a:r>
              <a:rPr lang="sr-Latn-RS" dirty="0"/>
              <a:t>Svaki filter je jedan proces, takav da izlaz iz jednog filtera predstavlja ulaz za sledeći </a:t>
            </a:r>
          </a:p>
        </p:txBody>
      </p:sp>
      <p:sp>
        <p:nvSpPr>
          <p:cNvPr id="4" name="Slide Number Placeholder 3"/>
          <p:cNvSpPr>
            <a:spLocks noGrp="1"/>
          </p:cNvSpPr>
          <p:nvPr>
            <p:ph type="sldNum" sz="quarter" idx="5"/>
          </p:nvPr>
        </p:nvSpPr>
        <p:spPr/>
        <p:txBody>
          <a:bodyPr/>
          <a:lstStyle/>
          <a:p>
            <a:fld id="{3A509668-E372-4126-889D-72BA7CAF3CF7}" type="slidenum">
              <a:rPr lang="sr-Latn-RS" smtClean="0"/>
              <a:t>6</a:t>
            </a:fld>
            <a:endParaRPr lang="sr-Latn-RS"/>
          </a:p>
        </p:txBody>
      </p:sp>
    </p:spTree>
    <p:extLst>
      <p:ext uri="{BB962C8B-B14F-4D97-AF65-F5344CB8AC3E}">
        <p14:creationId xmlns:p14="http://schemas.microsoft.com/office/powerpoint/2010/main" val="24612704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lvl="0" indent="-171450">
              <a:buFont typeface="Arial" panose="020B0604020202020204" pitchFamily="34" charset="0"/>
              <a:buChar char="•"/>
            </a:pPr>
            <a:r>
              <a:rPr lang="sr-Latn-RS" dirty="0"/>
              <a:t>Broj zadataka (taskova) koji proizilazi iz dekompozicije treba da bude bar za red veličine veći od broja procesora u sistemu.</a:t>
            </a:r>
          </a:p>
          <a:p>
            <a:pPr lvl="0"/>
            <a:r>
              <a:rPr lang="en-US" dirty="0"/>
              <a:t>U</a:t>
            </a:r>
            <a:r>
              <a:rPr lang="sr-Latn-RS" dirty="0"/>
              <a:t> protivnom postojaće malo fleksibilnosti u sledećim stadijumima projektovanja</a:t>
            </a:r>
          </a:p>
          <a:p>
            <a:pPr marL="171450" lvl="0" indent="-171450">
              <a:buFont typeface="Arial" panose="020B0604020202020204" pitchFamily="34" charset="0"/>
              <a:buChar char="•"/>
            </a:pPr>
            <a:r>
              <a:rPr lang="sr-Latn-RS" dirty="0"/>
              <a:t>redundantna izračunavanja i redundantne podatke treba svseti na minimum</a:t>
            </a:r>
          </a:p>
          <a:p>
            <a:pPr lvl="0"/>
            <a:r>
              <a:rPr lang="sr-Latn-RS" dirty="0"/>
              <a:t>u protivnom se može desiti </a:t>
            </a:r>
            <a:r>
              <a:rPr lang="en-US" dirty="0"/>
              <a:t>da</a:t>
            </a:r>
            <a:r>
              <a:rPr lang="sr-Latn-RS" dirty="0"/>
              <a:t> rezultujući algoritam ne može da se primeni na probleme velikog obima.</a:t>
            </a:r>
            <a:r>
              <a:rPr lang="en-US" dirty="0"/>
              <a:t> </a:t>
            </a:r>
            <a:r>
              <a:rPr lang="en-US" dirty="0" err="1"/>
              <a:t>Npr</a:t>
            </a:r>
            <a:r>
              <a:rPr lang="en-US" dirty="0"/>
              <a:t>. </a:t>
            </a:r>
            <a:r>
              <a:rPr lang="en-US" dirty="0" err="1"/>
              <a:t>ako</a:t>
            </a:r>
            <a:r>
              <a:rPr lang="en-US" dirty="0"/>
              <a:t> </a:t>
            </a:r>
            <a:r>
              <a:rPr lang="en-US" dirty="0" err="1"/>
              <a:t>smo</a:t>
            </a:r>
            <a:r>
              <a:rPr lang="en-US" dirty="0"/>
              <a:t> </a:t>
            </a:r>
            <a:r>
              <a:rPr lang="en-US" dirty="0" err="1"/>
              <a:t>vršili</a:t>
            </a:r>
            <a:r>
              <a:rPr lang="en-US" dirty="0"/>
              <a:t> </a:t>
            </a:r>
            <a:r>
              <a:rPr lang="en-US" dirty="0" err="1"/>
              <a:t>dekompoziciju</a:t>
            </a:r>
            <a:r>
              <a:rPr lang="en-US" dirty="0"/>
              <a:t> za </a:t>
            </a:r>
            <a:r>
              <a:rPr lang="en-US" dirty="0" err="1"/>
              <a:t>mali</a:t>
            </a:r>
            <a:r>
              <a:rPr lang="en-US" dirty="0"/>
              <a:t> </a:t>
            </a:r>
            <a:r>
              <a:rPr lang="en-US" dirty="0" err="1"/>
              <a:t>obim</a:t>
            </a:r>
            <a:r>
              <a:rPr lang="en-US" dirty="0"/>
              <a:t> </a:t>
            </a:r>
            <a:r>
              <a:rPr lang="en-US" dirty="0" err="1"/>
              <a:t>problema</a:t>
            </a:r>
            <a:r>
              <a:rPr lang="en-US" dirty="0"/>
              <a:t> i </a:t>
            </a:r>
            <a:r>
              <a:rPr lang="en-US" dirty="0" err="1"/>
              <a:t>duplirali</a:t>
            </a:r>
            <a:r>
              <a:rPr lang="en-US" dirty="0"/>
              <a:t> </a:t>
            </a:r>
            <a:r>
              <a:rPr lang="en-US" dirty="0" err="1"/>
              <a:t>neka</a:t>
            </a:r>
            <a:r>
              <a:rPr lang="en-US" dirty="0"/>
              <a:t> </a:t>
            </a:r>
            <a:r>
              <a:rPr lang="en-US" dirty="0" err="1"/>
              <a:t>izračunavanja</a:t>
            </a:r>
            <a:r>
              <a:rPr lang="en-US" dirty="0"/>
              <a:t> </a:t>
            </a:r>
            <a:r>
              <a:rPr lang="en-US" dirty="0" err="1"/>
              <a:t>ili</a:t>
            </a:r>
            <a:r>
              <a:rPr lang="en-US" dirty="0"/>
              <a:t> </a:t>
            </a:r>
            <a:r>
              <a:rPr lang="en-US" dirty="0" err="1"/>
              <a:t>podatke</a:t>
            </a:r>
            <a:r>
              <a:rPr lang="en-US" dirty="0"/>
              <a:t>, </a:t>
            </a:r>
            <a:r>
              <a:rPr lang="en-US" dirty="0" err="1"/>
              <a:t>može</a:t>
            </a:r>
            <a:r>
              <a:rPr lang="en-US" dirty="0"/>
              <a:t> </a:t>
            </a:r>
            <a:r>
              <a:rPr lang="en-US" dirty="0" err="1"/>
              <a:t>postojati</a:t>
            </a:r>
            <a:r>
              <a:rPr lang="en-US" dirty="0"/>
              <a:t> problem </a:t>
            </a:r>
            <a:r>
              <a:rPr lang="en-US" dirty="0" err="1"/>
              <a:t>kada</a:t>
            </a:r>
            <a:r>
              <a:rPr lang="en-US" dirty="0"/>
              <a:t> se to </a:t>
            </a:r>
            <a:r>
              <a:rPr lang="en-US" dirty="0" err="1"/>
              <a:t>primeni</a:t>
            </a:r>
            <a:r>
              <a:rPr lang="en-US" dirty="0"/>
              <a:t> </a:t>
            </a:r>
            <a:r>
              <a:rPr lang="en-US" dirty="0" err="1"/>
              <a:t>na</a:t>
            </a:r>
            <a:r>
              <a:rPr lang="en-US" dirty="0"/>
              <a:t> </a:t>
            </a:r>
            <a:r>
              <a:rPr lang="en-US" dirty="0" err="1"/>
              <a:t>veći</a:t>
            </a:r>
            <a:r>
              <a:rPr lang="en-US" dirty="0"/>
              <a:t> </a:t>
            </a:r>
            <a:r>
              <a:rPr lang="en-US" dirty="0" err="1"/>
              <a:t>obim</a:t>
            </a:r>
            <a:r>
              <a:rPr lang="en-US" dirty="0"/>
              <a:t> </a:t>
            </a:r>
            <a:r>
              <a:rPr lang="en-US" dirty="0" err="1"/>
              <a:t>problema</a:t>
            </a:r>
            <a:r>
              <a:rPr lang="en-US" dirty="0"/>
              <a:t>.</a:t>
            </a:r>
            <a:endParaRPr lang="sr-Latn-RS" dirty="0"/>
          </a:p>
          <a:p>
            <a:pPr marL="171450" lvl="0" indent="-171450">
              <a:buFont typeface="Arial" panose="020B0604020202020204" pitchFamily="34" charset="0"/>
              <a:buChar char="•"/>
            </a:pPr>
            <a:r>
              <a:rPr lang="en-US" dirty="0" err="1"/>
              <a:t>Primiti</a:t>
            </a:r>
            <a:r>
              <a:rPr lang="sr-Latn-RS" dirty="0"/>
              <a:t>vni zadaci (taskovi) treba da su približno istog obima</a:t>
            </a:r>
            <a:r>
              <a:rPr lang="en-US" dirty="0"/>
              <a:t>. </a:t>
            </a:r>
            <a:endParaRPr lang="sr-Latn-RS" dirty="0"/>
          </a:p>
          <a:p>
            <a:pPr lvl="0"/>
            <a:r>
              <a:rPr lang="sr-Latn-RS" dirty="0"/>
              <a:t>u protivnom će biti treško dodeliti svakom procesoru približno jednaku količinu posla, što će dovesti do degradiranja performansi.</a:t>
            </a:r>
          </a:p>
          <a:p>
            <a:pPr marL="171450" lvl="0" indent="-171450">
              <a:buFont typeface="Arial" panose="020B0604020202020204" pitchFamily="34" charset="0"/>
              <a:buChar char="•"/>
            </a:pPr>
            <a:r>
              <a:rPr lang="sr-Latn-RS" dirty="0"/>
              <a:t>Broj taskova treba da je rastuća funkcija obima problema.</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a:t>
            </a:r>
            <a:r>
              <a:rPr lang="sr-Latn-RS" dirty="0"/>
              <a:t>dealno bi bilo da povećanje obima problema dovede do povećanja broja taskova, a ne veličine taska. U protivnom može se desiti da algoritam ne može da se prilagodi kada u sistemu postoji veći broj procesora i kada je u pitanju veći obim problema. </a:t>
            </a:r>
          </a:p>
          <a:p>
            <a:pPr lvl="2"/>
            <a:endParaRPr lang="sr-Latn-RS" dirty="0"/>
          </a:p>
          <a:p>
            <a:pPr lvl="0"/>
            <a:r>
              <a:rPr lang="sr-Latn-RS" dirty="0"/>
              <a:t>Dobro je identifikovati nekoliko alternativnih dekompozicija</a:t>
            </a:r>
            <a:r>
              <a:rPr lang="en-US" dirty="0"/>
              <a:t>. N</a:t>
            </a:r>
            <a:r>
              <a:rPr lang="sr-Latn-RS" dirty="0"/>
              <a:t>a taj način se maksimizira fleksibilnost sledećih koraka u procesu projektovanja paralelnog algoritma. </a:t>
            </a:r>
            <a:endParaRPr lang="en-US" dirty="0"/>
          </a:p>
        </p:txBody>
      </p:sp>
      <p:sp>
        <p:nvSpPr>
          <p:cNvPr id="4" name="Slide Number Placeholder 3"/>
          <p:cNvSpPr>
            <a:spLocks noGrp="1"/>
          </p:cNvSpPr>
          <p:nvPr>
            <p:ph type="sldNum" sz="quarter" idx="5"/>
          </p:nvPr>
        </p:nvSpPr>
        <p:spPr/>
        <p:txBody>
          <a:bodyPr/>
          <a:lstStyle/>
          <a:p>
            <a:fld id="{3A509668-E372-4126-889D-72BA7CAF3CF7}" type="slidenum">
              <a:rPr lang="sr-Latn-RS" smtClean="0"/>
              <a:t>7</a:t>
            </a:fld>
            <a:endParaRPr lang="sr-Latn-RS"/>
          </a:p>
        </p:txBody>
      </p:sp>
    </p:spTree>
    <p:extLst>
      <p:ext uri="{BB962C8B-B14F-4D97-AF65-F5344CB8AC3E}">
        <p14:creationId xmlns:p14="http://schemas.microsoft.com/office/powerpoint/2010/main" val="29680669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sr-Latn-RS" sz="1800" b="0" i="0" u="none" strike="noStrike" baseline="0" dirty="0">
                <a:latin typeface="F15"/>
              </a:rPr>
              <a:t>Kada se izračunavanja obavljaju sekvencijalno, svi podaci su raspoloživi svim delovima programa.</a:t>
            </a:r>
          </a:p>
          <a:p>
            <a:pPr algn="l"/>
            <a:r>
              <a:rPr lang="sr-Latn-RS" sz="1800" b="0" i="0" u="none" strike="noStrike" baseline="0" dirty="0">
                <a:latin typeface="F15"/>
              </a:rPr>
              <a:t>Međutim, kada je izračunavanje podeljeno na nekoliko zadataka (taskova) koji se mogu izvršavati na različitim procesorima, neki od podataka potrebnih </a:t>
            </a:r>
            <a:r>
              <a:rPr lang="en-US" sz="1800" b="0" i="0" u="none" strike="noStrike" baseline="0" dirty="0" err="1">
                <a:latin typeface="F15"/>
              </a:rPr>
              <a:t>zadatku</a:t>
            </a:r>
            <a:r>
              <a:rPr lang="sr-Latn-RS" sz="1800" b="0" i="0" u="none" strike="noStrike" baseline="0" dirty="0">
                <a:latin typeface="F15"/>
              </a:rPr>
              <a:t> mogu biti u lokalnoj memoriji procesora, ali neki mogu biti u memoriji drugog procesora. Zbog toga se javlja potreba za razmenom podataka, tj. za komunikacijom. </a:t>
            </a:r>
          </a:p>
          <a:p>
            <a:pPr algn="l"/>
            <a:r>
              <a:rPr lang="sr-Latn-RS" sz="1800" b="0" i="0" u="none" strike="noStrike" baseline="0" dirty="0">
                <a:latin typeface="F15"/>
              </a:rPr>
              <a:t>Ova </a:t>
            </a:r>
            <a:r>
              <a:rPr lang="en-US" sz="1800" b="0" i="0" u="none" strike="noStrike" baseline="0" dirty="0">
                <a:latin typeface="F15"/>
              </a:rPr>
              <a:t> inter-task </a:t>
            </a:r>
            <a:r>
              <a:rPr lang="sr-Latn-RS" sz="1800" b="0" i="0" u="none" strike="noStrike" baseline="0" dirty="0">
                <a:latin typeface="F15"/>
              </a:rPr>
              <a:t>komunikacija ne postoji u sekvencijalnom programu. Ona je posledica paralelizacije. To je overhead koji se plaća paralelizaciji. </a:t>
            </a:r>
          </a:p>
          <a:p>
            <a:pPr algn="l"/>
            <a:r>
              <a:rPr lang="sr-Latn-RS" sz="1800" b="0" i="0" u="none" strike="noStrike" baseline="0" dirty="0">
                <a:latin typeface="F15"/>
              </a:rPr>
              <a:t>Potrtebno je minimizirati ovaj ovehead. Da bismo to učinili potrebno je prvo identifikovati gde se javlja potreba za komunikacijom. </a:t>
            </a:r>
          </a:p>
          <a:p>
            <a:pPr algn="l"/>
            <a:r>
              <a:rPr lang="sr-Latn-RS" sz="1800" b="0" i="0" u="none" strike="noStrike" baseline="0" dirty="0">
                <a:latin typeface="F15"/>
              </a:rPr>
              <a:t>Takodje, potrebno je projektovati paralelni program kod koga će kašnjenje uzrokovano komunikacijom biti minimalno. </a:t>
            </a:r>
          </a:p>
          <a:p>
            <a:pPr marL="285750" indent="-285750" algn="l">
              <a:buFont typeface="Arial" panose="020B0604020202020204" pitchFamily="34" charset="0"/>
              <a:buChar char="•"/>
            </a:pPr>
            <a:r>
              <a:rPr lang="sr-Latn-RS" sz="1800" b="0" i="0" u="none" strike="noStrike" baseline="0" dirty="0">
                <a:latin typeface="F15"/>
              </a:rPr>
              <a:t>Komunikacija može biti lokalna   kada  zadatak dobija podatke od malog broja drugih zadataka, ili </a:t>
            </a:r>
            <a:endParaRPr lang="en-US" sz="1800" b="0" i="0" u="none" strike="noStrike" baseline="0" dirty="0">
              <a:latin typeface="F15"/>
            </a:endParaRPr>
          </a:p>
          <a:p>
            <a:pPr marL="285750" indent="-285750" algn="l">
              <a:buFont typeface="Arial" panose="020B0604020202020204" pitchFamily="34" charset="0"/>
              <a:buChar char="•"/>
            </a:pPr>
            <a:r>
              <a:rPr lang="sr-Latn-RS" sz="1800" b="0" i="0" u="none" strike="noStrike" baseline="0" dirty="0">
                <a:latin typeface="F15"/>
              </a:rPr>
              <a:t>globalna kada je u komunikaciju uključen veliki broj zadataka. </a:t>
            </a:r>
          </a:p>
          <a:p>
            <a:pPr algn="l"/>
            <a:r>
              <a:rPr lang="sr-Latn-RS" sz="1800" b="0" i="0" u="none" strike="noStrike" baseline="0" dirty="0">
                <a:latin typeface="F15"/>
              </a:rPr>
              <a:t>Komunikacija nekada može biti veoma regularna i imati oblik npr. binarnog stabla, dvodimenzionalne rešetke i sl. naročito u slučaju domenske dekompozicije., a nekada potpuno neregularna</a:t>
            </a:r>
          </a:p>
          <a:p>
            <a:pPr algn="l"/>
            <a:endParaRPr lang="sr-Latn-RS" sz="1800" b="0" i="0" u="none" strike="noStrike" baseline="0" dirty="0">
              <a:latin typeface="F15"/>
            </a:endParaRPr>
          </a:p>
        </p:txBody>
      </p:sp>
      <p:sp>
        <p:nvSpPr>
          <p:cNvPr id="4" name="Slide Number Placeholder 3"/>
          <p:cNvSpPr>
            <a:spLocks noGrp="1"/>
          </p:cNvSpPr>
          <p:nvPr>
            <p:ph type="sldNum" sz="quarter" idx="5"/>
          </p:nvPr>
        </p:nvSpPr>
        <p:spPr/>
        <p:txBody>
          <a:bodyPr/>
          <a:lstStyle/>
          <a:p>
            <a:fld id="{3A509668-E372-4126-889D-72BA7CAF3CF7}" type="slidenum">
              <a:rPr lang="sr-Latn-RS" smtClean="0"/>
              <a:t>8</a:t>
            </a:fld>
            <a:endParaRPr lang="sr-Latn-RS"/>
          </a:p>
        </p:txBody>
      </p:sp>
    </p:spTree>
    <p:extLst>
      <p:ext uri="{BB962C8B-B14F-4D97-AF65-F5344CB8AC3E}">
        <p14:creationId xmlns:p14="http://schemas.microsoft.com/office/powerpoint/2010/main" val="6395968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sr-Latn-RS" dirty="0"/>
              <a:t>Rešenje je potrebno proceniti uzimajući u obzir sledeće kriterijume</a:t>
            </a:r>
          </a:p>
          <a:p>
            <a:r>
              <a:rPr lang="sr-Latn-RS" dirty="0"/>
              <a:t>1.Da li svi zadaci imaju približno jednak obim komunikacije. Nebalansiranost u komunikaciji sugeriše da se paralelni algoritam neće dobro skalirati sa porastom obima problema.</a:t>
            </a:r>
          </a:p>
          <a:p>
            <a:r>
              <a:rPr lang="sr-Latn-RS" dirty="0"/>
              <a:t>2. Svaki zadatak treba da komunicira sa malim brojem suseda. Ako zadatak treba da komunicira sa velikim brojem drugih zadataka to će kreirati veliki overhead kod izvršenja paralelnog programa.</a:t>
            </a:r>
          </a:p>
          <a:p>
            <a:r>
              <a:rPr lang="sr-Latn-RS" dirty="0"/>
              <a:t>3. </a:t>
            </a:r>
          </a:p>
          <a:p>
            <a:endParaRPr lang="sr-Latn-RS" dirty="0"/>
          </a:p>
          <a:p>
            <a:pPr algn="l"/>
            <a:r>
              <a:rPr lang="sr-Latn-RS" sz="1800" b="0" i="0" u="none" strike="noStrike" baseline="0" dirty="0">
                <a:latin typeface="F15"/>
              </a:rPr>
              <a:t>1.</a:t>
            </a:r>
            <a:r>
              <a:rPr lang="en-US" sz="1800" b="0" i="0" u="none" strike="noStrike" baseline="0" dirty="0">
                <a:latin typeface="F15"/>
              </a:rPr>
              <a:t>All tasks perform about the same number of communication operations. Unbalanced communication</a:t>
            </a:r>
          </a:p>
          <a:p>
            <a:pPr algn="l"/>
            <a:r>
              <a:rPr lang="en-US" sz="1800" b="0" i="0" u="none" strike="noStrike" baseline="0" dirty="0">
                <a:latin typeface="F15"/>
              </a:rPr>
              <a:t>requirements suggest a design that will not scale to a larger size instance of the problem.</a:t>
            </a:r>
          </a:p>
          <a:p>
            <a:pPr algn="l"/>
            <a:r>
              <a:rPr lang="en-US" sz="1800" b="0" i="0" u="none" strike="noStrike" baseline="0" dirty="0">
                <a:latin typeface="F15"/>
              </a:rPr>
              <a:t>2. Each task should communicate only with a small number of neighbors. If each task must communicate</a:t>
            </a:r>
          </a:p>
          <a:p>
            <a:pPr algn="l"/>
            <a:r>
              <a:rPr lang="en-US" sz="1800" b="0" i="0" u="none" strike="noStrike" baseline="0" dirty="0">
                <a:latin typeface="F15"/>
              </a:rPr>
              <a:t>with many other tasks, it will add too much overhead.</a:t>
            </a:r>
          </a:p>
          <a:p>
            <a:pPr algn="l"/>
            <a:r>
              <a:rPr lang="en-US" sz="1800" b="0" i="0" u="none" strike="noStrike" baseline="0" dirty="0">
                <a:latin typeface="F15"/>
              </a:rPr>
              <a:t>3. The communication operations should be able to proceed concurrently. If not, your algorithm is likely</a:t>
            </a:r>
          </a:p>
          <a:p>
            <a:pPr algn="l"/>
            <a:r>
              <a:rPr lang="en-US" sz="1800" b="0" i="0" u="none" strike="noStrike" baseline="0" dirty="0">
                <a:latin typeface="F15"/>
              </a:rPr>
              <a:t>to be </a:t>
            </a:r>
            <a:r>
              <a:rPr lang="en-US" sz="1800" b="0" i="0" u="none" strike="noStrike" baseline="0" dirty="0" err="1">
                <a:latin typeface="F15"/>
              </a:rPr>
              <a:t>ine</a:t>
            </a:r>
            <a:r>
              <a:rPr lang="sr-Latn-RS" sz="1800" b="0" i="0" u="none" strike="noStrike" baseline="0" dirty="0">
                <a:latin typeface="F15"/>
              </a:rPr>
              <a:t>ffi</a:t>
            </a:r>
            <a:r>
              <a:rPr lang="en-US" sz="1800" b="0" i="0" u="none" strike="noStrike" baseline="0" dirty="0" err="1">
                <a:latin typeface="F15"/>
              </a:rPr>
              <a:t>cient</a:t>
            </a:r>
            <a:r>
              <a:rPr lang="en-US" sz="1800" b="0" i="0" u="none" strike="noStrike" baseline="0" dirty="0">
                <a:latin typeface="F15"/>
              </a:rPr>
              <a:t> and non-scalable to a larger problem instance.</a:t>
            </a:r>
          </a:p>
          <a:p>
            <a:pPr algn="l"/>
            <a:r>
              <a:rPr lang="en-US" sz="1800" b="0" i="0" u="none" strike="noStrike" baseline="0" dirty="0">
                <a:latin typeface="F15"/>
              </a:rPr>
              <a:t>4. Tasks can perform their computations concurrently. If not, your algorithm is likely to be </a:t>
            </a:r>
            <a:r>
              <a:rPr lang="en-US" sz="1800" b="0" i="0" u="none" strike="noStrike" baseline="0" dirty="0" err="1">
                <a:latin typeface="F15"/>
              </a:rPr>
              <a:t>ine</a:t>
            </a:r>
            <a:r>
              <a:rPr lang="sr-Latn-RS" sz="1800" b="0" i="0" u="none" strike="noStrike" baseline="0" dirty="0">
                <a:latin typeface="F15"/>
              </a:rPr>
              <a:t>ffi</a:t>
            </a:r>
            <a:r>
              <a:rPr lang="en-US" sz="1800" b="0" i="0" u="none" strike="noStrike" baseline="0" dirty="0" err="1">
                <a:latin typeface="F15"/>
              </a:rPr>
              <a:t>cient</a:t>
            </a:r>
            <a:endParaRPr lang="en-US" sz="1800" b="0" i="0" u="none" strike="noStrike" baseline="0" dirty="0">
              <a:latin typeface="F15"/>
            </a:endParaRPr>
          </a:p>
          <a:p>
            <a:pPr algn="l"/>
            <a:r>
              <a:rPr lang="en-US" sz="1800" b="0" i="0" u="none" strike="noStrike" baseline="0" dirty="0">
                <a:latin typeface="F15"/>
              </a:rPr>
              <a:t>and non-scalable to a larger problem instance.</a:t>
            </a:r>
            <a:endParaRPr lang="sr-Latn-RS" dirty="0"/>
          </a:p>
        </p:txBody>
      </p:sp>
      <p:sp>
        <p:nvSpPr>
          <p:cNvPr id="4" name="Slide Number Placeholder 3"/>
          <p:cNvSpPr>
            <a:spLocks noGrp="1"/>
          </p:cNvSpPr>
          <p:nvPr>
            <p:ph type="sldNum" sz="quarter" idx="5"/>
          </p:nvPr>
        </p:nvSpPr>
        <p:spPr/>
        <p:txBody>
          <a:bodyPr/>
          <a:lstStyle/>
          <a:p>
            <a:fld id="{3A509668-E372-4126-889D-72BA7CAF3CF7}" type="slidenum">
              <a:rPr lang="sr-Latn-RS" smtClean="0"/>
              <a:t>9</a:t>
            </a:fld>
            <a:endParaRPr lang="sr-Latn-RS"/>
          </a:p>
        </p:txBody>
      </p:sp>
    </p:spTree>
    <p:extLst>
      <p:ext uri="{BB962C8B-B14F-4D97-AF65-F5344CB8AC3E}">
        <p14:creationId xmlns:p14="http://schemas.microsoft.com/office/powerpoint/2010/main" val="12174659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sr-Latn-RS" dirty="0"/>
              <a:t>U prva dva koraka projektovanja paralelnog algoritma, izračunavanje se deli tako da se maksimizira paralelizam, a komunikacija treba da obezbedi zadacima neophodne podatke.</a:t>
            </a:r>
          </a:p>
          <a:p>
            <a:r>
              <a:rPr lang="sr-Latn-RS" dirty="0"/>
              <a:t>Ovakav algoritam je još uvkek abstraktan, jer nije projektovan da se izvršava na nekom određenom računaru. On može biti i veoma neefikasan pogotovo ako ima mnogo više zadataka (taskova) nego procesora jer kreiranje zadatka (procesa) kao i raspoređivanje zadataka po procesorima  generiše overhead. Takođe, komunikacija između zadataka na istom procesoru je veštačka (nepotrebna) i generiše overhead.</a:t>
            </a:r>
          </a:p>
          <a:p>
            <a:r>
              <a:rPr lang="sr-Latn-RS" dirty="0"/>
              <a:t>Čak i ako postoji onoliko procesora koliko ima taskova, algoritam može biti neefikasan zbog komunikacije između taskova. </a:t>
            </a:r>
          </a:p>
          <a:p>
            <a:r>
              <a:rPr lang="sr-Latn-RS" dirty="0"/>
              <a:t>U trećoj i četvrtoj fazi, apstraktni algoritam postaje opipljiv i efikasan uzimajući u obzir klasu</a:t>
            </a:r>
            <a:r>
              <a:rPr lang="en-US" dirty="0"/>
              <a:t> </a:t>
            </a:r>
            <a:r>
              <a:rPr lang="sr-Latn-RS" dirty="0"/>
              <a:t>paralelnih računara na kojima je predviđeno da radi.</a:t>
            </a:r>
          </a:p>
          <a:p>
            <a:r>
              <a:rPr lang="sr-Latn-RS" dirty="0"/>
              <a:t>U fazi aglomeracije, odluke donete u prve dve faze se ponovo razmatraju.  Aglomeracija podrazumeva kombinovanje grupa od dva ili</a:t>
            </a:r>
            <a:r>
              <a:rPr lang="en-US" dirty="0"/>
              <a:t> </a:t>
            </a:r>
            <a:r>
              <a:rPr lang="sr-Latn-RS" dirty="0"/>
              <a:t>više zadataka u veće zadatke, kako bi</a:t>
            </a:r>
            <a:r>
              <a:rPr lang="en-US" dirty="0"/>
              <a:t> </a:t>
            </a:r>
            <a:r>
              <a:rPr lang="sr-Latn-RS" dirty="0"/>
              <a:t>se smanj</a:t>
            </a:r>
            <a:r>
              <a:rPr lang="en-US" dirty="0"/>
              <a:t>io</a:t>
            </a:r>
            <a:r>
              <a:rPr lang="sr-Latn-RS" dirty="0"/>
              <a:t> broj zadataka i učinili ih većim. </a:t>
            </a:r>
            <a:r>
              <a:rPr lang="en-US" dirty="0"/>
              <a:t>S</a:t>
            </a:r>
            <a:r>
              <a:rPr lang="sr-Latn-RS" dirty="0"/>
              <a:t>vrha</a:t>
            </a:r>
            <a:r>
              <a:rPr lang="en-US" dirty="0"/>
              <a:t> </a:t>
            </a:r>
            <a:r>
              <a:rPr lang="en-US" dirty="0" err="1"/>
              <a:t>aglomeracije</a:t>
            </a:r>
            <a:r>
              <a:rPr lang="en-US" dirty="0"/>
              <a:t> </a:t>
            </a:r>
            <a:r>
              <a:rPr lang="sr-Latn-RS" dirty="0"/>
              <a:t> je poboljšanje performansi i pojednostavljenje programiranja. Aglomeracija je problem optimizacije; Veoma često ciljevi su u suprotnosti, pa je potrebno napraviti kompromise. </a:t>
            </a:r>
          </a:p>
          <a:p>
            <a:r>
              <a:rPr lang="sr-Latn-RS" dirty="0"/>
              <a:t>Jedan od načina za poboljšanje performansi je smanjenje komunikacija. </a:t>
            </a:r>
            <a:endParaRPr lang="en-US" dirty="0"/>
          </a:p>
          <a:p>
            <a:pPr marL="171450" indent="-171450">
              <a:buFont typeface="Arial" panose="020B0604020202020204" pitchFamily="34" charset="0"/>
              <a:buChar char="•"/>
            </a:pPr>
            <a:r>
              <a:rPr lang="sr-Latn-RS" dirty="0"/>
              <a:t>Kada se dva zadatka koji međusobno  razmenjuju podatke kombinuju  u jedan zadatak, nema potrebe za komunikacijom. To se zove povećanje lokalizacije.</a:t>
            </a:r>
          </a:p>
          <a:p>
            <a:pPr marL="171450" indent="-171450">
              <a:buFont typeface="Arial" panose="020B0604020202020204" pitchFamily="34" charset="0"/>
              <a:buChar char="•"/>
            </a:pPr>
            <a:r>
              <a:rPr lang="sr-Latn-RS" dirty="0"/>
              <a:t>Drugi način da se redukuje komunikacioni overhead je kombinovanjem grupe zadataka koji svi šalju podatke i grupe u kojoj svi primaju podatke. Npr. pretpostavimo da zadatak S1 šalje podatke zadatku R1, a zadatak S2 zadatku R2. Ako zadatke S1 i S2 objedinimo u jedan</a:t>
            </a:r>
            <a:r>
              <a:rPr lang="en-US" dirty="0"/>
              <a:t> task S</a:t>
            </a:r>
            <a:r>
              <a:rPr lang="sr-Latn-RS" dirty="0"/>
              <a:t>, a zadatke R1 i R2 u drugi zadatak</a:t>
            </a:r>
            <a:r>
              <a:rPr lang="en-US" dirty="0"/>
              <a:t> R</a:t>
            </a:r>
            <a:r>
              <a:rPr lang="sr-Latn-RS" dirty="0"/>
              <a:t>, smanjiće se komunikacioni overhead</a:t>
            </a:r>
            <a:r>
              <a:rPr lang="en-US" dirty="0"/>
              <a:t>, </a:t>
            </a:r>
            <a:r>
              <a:rPr lang="en-US" dirty="0" err="1"/>
              <a:t>jer</a:t>
            </a:r>
            <a:r>
              <a:rPr lang="en-US" dirty="0"/>
              <a:t> bi </a:t>
            </a:r>
            <a:r>
              <a:rPr lang="en-US" dirty="0" err="1"/>
              <a:t>recimo</a:t>
            </a:r>
            <a:r>
              <a:rPr lang="en-US" dirty="0"/>
              <a:t> </a:t>
            </a:r>
            <a:r>
              <a:rPr lang="en-US" dirty="0" err="1"/>
              <a:t>umesto</a:t>
            </a:r>
            <a:r>
              <a:rPr lang="en-US" dirty="0"/>
              <a:t> </a:t>
            </a:r>
            <a:r>
              <a:rPr lang="en-US" dirty="0" err="1"/>
              <a:t>slanja</a:t>
            </a:r>
            <a:r>
              <a:rPr lang="en-US" dirty="0"/>
              <a:t> </a:t>
            </a:r>
            <a:r>
              <a:rPr lang="en-US" dirty="0" err="1"/>
              <a:t>dve</a:t>
            </a:r>
            <a:r>
              <a:rPr lang="en-US" dirty="0"/>
              <a:t> </a:t>
            </a:r>
            <a:r>
              <a:rPr lang="en-US" dirty="0" err="1"/>
              <a:t>poruke</a:t>
            </a:r>
            <a:r>
              <a:rPr lang="en-US" dirty="0"/>
              <a:t>, </a:t>
            </a:r>
            <a:r>
              <a:rPr lang="en-US" dirty="0" err="1"/>
              <a:t>slali</a:t>
            </a:r>
            <a:r>
              <a:rPr lang="en-US" dirty="0"/>
              <a:t> </a:t>
            </a:r>
            <a:r>
              <a:rPr lang="en-US" dirty="0" err="1"/>
              <a:t>jednu</a:t>
            </a:r>
            <a:r>
              <a:rPr lang="en-US" dirty="0"/>
              <a:t> </a:t>
            </a:r>
            <a:r>
              <a:rPr lang="en-US" dirty="0" err="1"/>
              <a:t>vecu</a:t>
            </a:r>
            <a:r>
              <a:rPr lang="en-US" dirty="0"/>
              <a:t>, </a:t>
            </a:r>
            <a:r>
              <a:rPr lang="en-US" dirty="0" err="1"/>
              <a:t>ali</a:t>
            </a:r>
            <a:r>
              <a:rPr lang="en-US" dirty="0"/>
              <a:t> je </a:t>
            </a:r>
            <a:r>
              <a:rPr lang="en-US" dirty="0" err="1"/>
              <a:t>ukupni</a:t>
            </a:r>
            <a:r>
              <a:rPr lang="en-US" dirty="0"/>
              <a:t> overhead Manji.</a:t>
            </a:r>
            <a:endParaRPr lang="sr-Latn-RS" dirty="0"/>
          </a:p>
          <a:p>
            <a:endParaRPr lang="sr-Latn-RS" dirty="0"/>
          </a:p>
          <a:p>
            <a:pPr algn="l"/>
            <a:r>
              <a:rPr lang="en-US" sz="1800" b="0" i="0" u="none" strike="noStrike" baseline="0" dirty="0">
                <a:latin typeface="F15"/>
              </a:rPr>
              <a:t>A second way to reduce communication overhead is by combining groups of tasks that all send and groups of</a:t>
            </a:r>
          </a:p>
          <a:p>
            <a:pPr algn="l"/>
            <a:r>
              <a:rPr lang="en-US" sz="1800" b="0" i="0" u="none" strike="noStrike" baseline="0" dirty="0">
                <a:latin typeface="F15"/>
              </a:rPr>
              <a:t>tasks that all receive data from each other. In other words, suppose task S1 sends to task R1 and S2 sends</a:t>
            </a:r>
          </a:p>
          <a:p>
            <a:pPr algn="l"/>
            <a:r>
              <a:rPr lang="en-US" sz="1800" b="0" i="0" u="none" strike="noStrike" baseline="0" dirty="0">
                <a:latin typeface="F15"/>
              </a:rPr>
              <a:t>to R2. If we combine S1 and S2 into a single task S and R1 and R2 into a single task R, then communication</a:t>
            </a:r>
          </a:p>
          <a:p>
            <a:pPr algn="l"/>
            <a:r>
              <a:rPr lang="en-US" sz="1800" b="0" i="0" u="none" strike="noStrike" baseline="0" dirty="0">
                <a:latin typeface="F15"/>
              </a:rPr>
              <a:t>overhead will be reduced. This is because, before we agglomerated the tasks, there were two messages sent</a:t>
            </a:r>
          </a:p>
          <a:p>
            <a:pPr algn="l"/>
            <a:r>
              <a:rPr lang="en-US" sz="1800" b="0" i="0" u="none" strike="noStrike" baseline="0" dirty="0">
                <a:latin typeface="F15"/>
              </a:rPr>
              <a:t>by the senders, and afterward, one longer message.</a:t>
            </a:r>
            <a:endParaRPr lang="sr-Latn-RS" dirty="0"/>
          </a:p>
        </p:txBody>
      </p:sp>
      <p:sp>
        <p:nvSpPr>
          <p:cNvPr id="4" name="Slide Number Placeholder 3"/>
          <p:cNvSpPr>
            <a:spLocks noGrp="1"/>
          </p:cNvSpPr>
          <p:nvPr>
            <p:ph type="sldNum" sz="quarter" idx="5"/>
          </p:nvPr>
        </p:nvSpPr>
        <p:spPr/>
        <p:txBody>
          <a:bodyPr/>
          <a:lstStyle/>
          <a:p>
            <a:fld id="{3A509668-E372-4126-889D-72BA7CAF3CF7}" type="slidenum">
              <a:rPr lang="sr-Latn-RS" smtClean="0"/>
              <a:t>10</a:t>
            </a:fld>
            <a:endParaRPr lang="sr-Latn-RS"/>
          </a:p>
        </p:txBody>
      </p:sp>
    </p:spTree>
    <p:extLst>
      <p:ext uri="{BB962C8B-B14F-4D97-AF65-F5344CB8AC3E}">
        <p14:creationId xmlns:p14="http://schemas.microsoft.com/office/powerpoint/2010/main" val="34519947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A509668-E372-4126-889D-72BA7CAF3CF7}" type="slidenum">
              <a:rPr lang="sr-Latn-RS" smtClean="0"/>
              <a:t>11</a:t>
            </a:fld>
            <a:endParaRPr lang="sr-Latn-RS"/>
          </a:p>
        </p:txBody>
      </p:sp>
    </p:spTree>
    <p:extLst>
      <p:ext uri="{BB962C8B-B14F-4D97-AF65-F5344CB8AC3E}">
        <p14:creationId xmlns:p14="http://schemas.microsoft.com/office/powerpoint/2010/main" val="10152003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err="1"/>
              <a:t>Pretpostavimo</a:t>
            </a:r>
            <a:r>
              <a:rPr lang="en-US" dirty="0"/>
              <a:t> da </a:t>
            </a:r>
            <a:r>
              <a:rPr lang="en-US" dirty="0" err="1"/>
              <a:t>imamo</a:t>
            </a:r>
            <a:r>
              <a:rPr lang="en-US" dirty="0"/>
              <a:t> </a:t>
            </a:r>
            <a:r>
              <a:rPr lang="en-US" dirty="0" err="1"/>
              <a:t>bazu</a:t>
            </a:r>
            <a:r>
              <a:rPr lang="en-US" dirty="0"/>
              <a:t> </a:t>
            </a:r>
            <a:r>
              <a:rPr lang="en-US" dirty="0" err="1"/>
              <a:t>podataka</a:t>
            </a:r>
            <a:r>
              <a:rPr lang="en-US" dirty="0"/>
              <a:t> </a:t>
            </a:r>
            <a:r>
              <a:rPr lang="en-US" dirty="0" err="1"/>
              <a:t>sa</a:t>
            </a:r>
            <a:r>
              <a:rPr lang="en-US" dirty="0"/>
              <a:t> </a:t>
            </a:r>
            <a:r>
              <a:rPr lang="en-US" dirty="0" err="1"/>
              <a:t>informacijama</a:t>
            </a:r>
            <a:r>
              <a:rPr lang="en-US" dirty="0"/>
              <a:t> o </a:t>
            </a:r>
            <a:r>
              <a:rPr lang="en-US" dirty="0" err="1"/>
              <a:t>modelima</a:t>
            </a:r>
            <a:r>
              <a:rPr lang="en-US" dirty="0"/>
              <a:t> </a:t>
            </a:r>
            <a:r>
              <a:rPr lang="en-US" dirty="0" err="1"/>
              <a:t>automobila</a:t>
            </a:r>
            <a:r>
              <a:rPr lang="en-US" dirty="0"/>
              <a:t>, </a:t>
            </a:r>
            <a:r>
              <a:rPr lang="en-US" dirty="0" err="1"/>
              <a:t>godini</a:t>
            </a:r>
            <a:r>
              <a:rPr lang="en-US" dirty="0"/>
              <a:t> </a:t>
            </a:r>
            <a:r>
              <a:rPr lang="en-US" dirty="0" err="1"/>
              <a:t>proizvodnje</a:t>
            </a:r>
            <a:r>
              <a:rPr lang="en-US" dirty="0"/>
              <a:t>, </a:t>
            </a:r>
            <a:r>
              <a:rPr lang="en-US" dirty="0" err="1"/>
              <a:t>boji</a:t>
            </a:r>
            <a:r>
              <a:rPr lang="en-US" dirty="0"/>
              <a:t>, </a:t>
            </a:r>
            <a:r>
              <a:rPr lang="en-US" dirty="0" err="1"/>
              <a:t>trgovcu</a:t>
            </a:r>
            <a:r>
              <a:rPr lang="en-US" dirty="0"/>
              <a:t> (</a:t>
            </a:r>
            <a:r>
              <a:rPr lang="en-US" dirty="0" err="1"/>
              <a:t>dileru</a:t>
            </a:r>
            <a:r>
              <a:rPr lang="en-US" dirty="0"/>
              <a:t>)</a:t>
            </a:r>
            <a:r>
              <a:rPr lang="sr-Latn-RS" dirty="0"/>
              <a:t>, ceni</a:t>
            </a:r>
            <a:r>
              <a:rPr lang="en-US" dirty="0"/>
              <a:t>.</a:t>
            </a:r>
          </a:p>
          <a:p>
            <a:r>
              <a:rPr lang="en-US" dirty="0"/>
              <a:t>Ho</a:t>
            </a:r>
            <a:r>
              <a:rPr lang="sr-Latn-RS" dirty="0"/>
              <a:t>ć</a:t>
            </a:r>
            <a:r>
              <a:rPr lang="en-US" dirty="0"/>
              <a:t>emo </a:t>
            </a:r>
            <a:r>
              <a:rPr lang="sr-Latn-RS" dirty="0"/>
              <a:t>da pronađemo automobil Honda Civic iz 2001 godine zelene ili bele boje.</a:t>
            </a:r>
          </a:p>
          <a:p>
            <a:r>
              <a:rPr lang="sr-Latn-RS" dirty="0"/>
              <a:t>Razmotrimo kako obradu upita za </a:t>
            </a:r>
            <a:r>
              <a:rPr lang="en-US" sz="1200" b="1" i="0" u="none" strike="noStrike" kern="1200" baseline="0" dirty="0">
                <a:solidFill>
                  <a:schemeClr val="tx1"/>
                </a:solidFill>
                <a:latin typeface="+mn-lt"/>
                <a:ea typeface="+mn-ea"/>
                <a:cs typeface="+mn-cs"/>
              </a:rPr>
              <a:t>MODEL = ``CIVIC'' AND YEAR = 2001 AND (COLOR = ``GR EEN'' OR COLOR = ``WHITE)  </a:t>
            </a:r>
            <a:r>
              <a:rPr lang="sr-Latn-RS" sz="1200" b="1" i="0" u="none" strike="noStrike" kern="1200" baseline="0" dirty="0">
                <a:solidFill>
                  <a:schemeClr val="tx1"/>
                </a:solidFill>
                <a:latin typeface="+mn-lt"/>
                <a:ea typeface="+mn-ea"/>
                <a:cs typeface="+mn-cs"/>
              </a:rPr>
              <a:t>možemo razbiti na upite koji se mogu jednovremeno izvršavati. </a:t>
            </a:r>
            <a:endParaRPr lang="en-US" sz="1200" b="1" i="0" u="none" strike="noStrike" kern="1200" baseline="0" dirty="0">
              <a:solidFill>
                <a:schemeClr val="tx1"/>
              </a:solidFill>
              <a:latin typeface="+mn-lt"/>
              <a:ea typeface="+mn-ea"/>
              <a:cs typeface="+mn-cs"/>
            </a:endParaRPr>
          </a:p>
          <a:p>
            <a:r>
              <a:rPr lang="sr-Latn-RS" sz="1200" b="1" i="0" u="none" strike="noStrike" kern="1200" baseline="0" dirty="0">
                <a:solidFill>
                  <a:schemeClr val="tx1"/>
                </a:solidFill>
                <a:latin typeface="+mn-lt"/>
                <a:ea typeface="+mn-ea"/>
                <a:cs typeface="+mn-cs"/>
              </a:rPr>
              <a:t>Obrada ovog</a:t>
            </a:r>
            <a:r>
              <a:rPr lang="en-US" sz="1200" b="1" i="0" u="none" strike="noStrike" kern="1200" baseline="0" dirty="0">
                <a:solidFill>
                  <a:schemeClr val="tx1"/>
                </a:solidFill>
                <a:latin typeface="+mn-lt"/>
                <a:ea typeface="+mn-ea"/>
                <a:cs typeface="+mn-cs"/>
              </a:rPr>
              <a:t> </a:t>
            </a:r>
            <a:r>
              <a:rPr lang="en-US" sz="1200" b="1" i="0" u="none" strike="noStrike" kern="1200" baseline="0" dirty="0" err="1">
                <a:solidFill>
                  <a:schemeClr val="tx1"/>
                </a:solidFill>
                <a:latin typeface="+mn-lt"/>
                <a:ea typeface="+mn-ea"/>
                <a:cs typeface="+mn-cs"/>
              </a:rPr>
              <a:t>upita</a:t>
            </a:r>
            <a:r>
              <a:rPr lang="en-US" sz="1200" b="1" i="0" u="none" strike="noStrike" kern="1200" baseline="0" dirty="0">
                <a:solidFill>
                  <a:schemeClr val="tx1"/>
                </a:solidFill>
                <a:latin typeface="+mn-lt"/>
                <a:ea typeface="+mn-ea"/>
                <a:cs typeface="+mn-cs"/>
              </a:rPr>
              <a:t> se </a:t>
            </a:r>
            <a:r>
              <a:rPr lang="en-US" sz="1200" b="1" i="0" u="none" strike="noStrike" kern="1200" baseline="0" dirty="0" err="1">
                <a:solidFill>
                  <a:schemeClr val="tx1"/>
                </a:solidFill>
                <a:latin typeface="+mn-lt"/>
                <a:ea typeface="+mn-ea"/>
                <a:cs typeface="+mn-cs"/>
              </a:rPr>
              <a:t>mo</a:t>
            </a:r>
            <a:r>
              <a:rPr lang="sr-Latn-RS" sz="1200" b="1" i="0" u="none" strike="noStrike" kern="1200" baseline="0" dirty="0">
                <a:solidFill>
                  <a:schemeClr val="tx1"/>
                </a:solidFill>
                <a:latin typeface="+mn-lt"/>
                <a:ea typeface="+mn-ea"/>
                <a:cs typeface="+mn-cs"/>
              </a:rPr>
              <a:t>že podeliti na nekoliko zadataka. Svaki zadatak može da generiše jednu tabelu koja zadovoljava određeni kriterijum</a:t>
            </a:r>
            <a:endParaRPr lang="sr-Latn-RS" dirty="0"/>
          </a:p>
        </p:txBody>
      </p:sp>
      <p:sp>
        <p:nvSpPr>
          <p:cNvPr id="4" name="Slide Number Placeholder 3"/>
          <p:cNvSpPr>
            <a:spLocks noGrp="1"/>
          </p:cNvSpPr>
          <p:nvPr>
            <p:ph type="sldNum" sz="quarter" idx="5"/>
          </p:nvPr>
        </p:nvSpPr>
        <p:spPr/>
        <p:txBody>
          <a:bodyPr/>
          <a:lstStyle/>
          <a:p>
            <a:fld id="{3A509668-E372-4126-889D-72BA7CAF3CF7}" type="slidenum">
              <a:rPr lang="sr-Latn-RS" smtClean="0"/>
              <a:t>13</a:t>
            </a:fld>
            <a:endParaRPr lang="sr-Latn-RS"/>
          </a:p>
        </p:txBody>
      </p:sp>
    </p:spTree>
    <p:extLst>
      <p:ext uri="{BB962C8B-B14F-4D97-AF65-F5344CB8AC3E}">
        <p14:creationId xmlns:p14="http://schemas.microsoft.com/office/powerpoint/2010/main" val="7875293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sr-Latn-RS" sz="1200" b="0" i="0" u="none" strike="noStrike" kern="1200" baseline="0" dirty="0">
                <a:solidFill>
                  <a:schemeClr val="tx1"/>
                </a:solidFill>
                <a:latin typeface="+mn-lt"/>
                <a:ea typeface="+mn-ea"/>
                <a:cs typeface="+mn-cs"/>
              </a:rPr>
              <a:t>Obrada </a:t>
            </a:r>
            <a:r>
              <a:rPr lang="en-US" sz="1200" b="0" i="0" u="none" strike="noStrike" kern="1200" baseline="0" dirty="0" err="1">
                <a:solidFill>
                  <a:schemeClr val="tx1"/>
                </a:solidFill>
                <a:latin typeface="+mn-lt"/>
                <a:ea typeface="+mn-ea"/>
                <a:cs typeface="+mn-cs"/>
              </a:rPr>
              <a:t>ovih</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upita</a:t>
            </a:r>
            <a:r>
              <a:rPr lang="en-US" sz="1200" b="0" i="0" u="none" strike="noStrike" kern="1200" baseline="0" dirty="0">
                <a:solidFill>
                  <a:schemeClr val="tx1"/>
                </a:solidFill>
                <a:latin typeface="+mn-lt"/>
                <a:ea typeface="+mn-ea"/>
                <a:cs typeface="+mn-cs"/>
              </a:rPr>
              <a:t> se </a:t>
            </a:r>
            <a:r>
              <a:rPr lang="en-US" sz="1200" b="0" i="0" u="none" strike="noStrike" kern="1200" baseline="0" dirty="0" err="1">
                <a:solidFill>
                  <a:schemeClr val="tx1"/>
                </a:solidFill>
                <a:latin typeface="+mn-lt"/>
                <a:ea typeface="+mn-ea"/>
                <a:cs typeface="+mn-cs"/>
              </a:rPr>
              <a:t>mo</a:t>
            </a:r>
            <a:r>
              <a:rPr lang="sr-Latn-RS" sz="1200" b="0" i="0" u="none" strike="noStrike" kern="1200" baseline="0" dirty="0">
                <a:solidFill>
                  <a:schemeClr val="tx1"/>
                </a:solidFill>
                <a:latin typeface="+mn-lt"/>
                <a:ea typeface="+mn-ea"/>
                <a:cs typeface="+mn-cs"/>
              </a:rPr>
              <a:t>že podeliti na nekoliko zadataka. Svaki zadatak može da generiše jednu tabelu koja zadovoljava određeni kriterijum. Slika pokazuje dekompoziciju upita una nekoliko zadataka.  Imamo i graf zadataka. Poteg u grafu označava da je izlaz (rezultat) jednog zadatka potreban drugom zadatku.</a:t>
            </a:r>
          </a:p>
          <a:p>
            <a:pPr marL="0" marR="0" lvl="0" indent="0" algn="l" defTabSz="914400" rtl="0" eaLnBrk="1" fontAlgn="auto" latinLnBrk="0" hangingPunct="1">
              <a:lnSpc>
                <a:spcPct val="100000"/>
              </a:lnSpc>
              <a:spcBef>
                <a:spcPts val="0"/>
              </a:spcBef>
              <a:spcAft>
                <a:spcPts val="0"/>
              </a:spcAft>
              <a:buClrTx/>
              <a:buSzTx/>
              <a:buFontTx/>
              <a:buNone/>
              <a:tabLst/>
              <a:defRPr/>
            </a:pPr>
            <a:r>
              <a:rPr lang="sr-Latn-RS" dirty="0"/>
              <a:t>Dekompozicija se može izvršiti na više načina i može bitno uticati na performanse. Najduži put u grafu zadataka definiše vreme izvršenja paralelnog algoritma.</a:t>
            </a:r>
            <a:endParaRPr lang="sr-Latn-RS" b="0" dirty="0"/>
          </a:p>
          <a:p>
            <a:endParaRPr lang="sr-Latn-RS" dirty="0"/>
          </a:p>
        </p:txBody>
      </p:sp>
      <p:sp>
        <p:nvSpPr>
          <p:cNvPr id="4" name="Slide Number Placeholder 3"/>
          <p:cNvSpPr>
            <a:spLocks noGrp="1"/>
          </p:cNvSpPr>
          <p:nvPr>
            <p:ph type="sldNum" sz="quarter" idx="5"/>
          </p:nvPr>
        </p:nvSpPr>
        <p:spPr/>
        <p:txBody>
          <a:bodyPr/>
          <a:lstStyle/>
          <a:p>
            <a:fld id="{3A509668-E372-4126-889D-72BA7CAF3CF7}" type="slidenum">
              <a:rPr lang="sr-Latn-RS" smtClean="0"/>
              <a:t>14</a:t>
            </a:fld>
            <a:endParaRPr lang="sr-Latn-RS"/>
          </a:p>
        </p:txBody>
      </p:sp>
    </p:spTree>
    <p:extLst>
      <p:ext uri="{BB962C8B-B14F-4D97-AF65-F5344CB8AC3E}">
        <p14:creationId xmlns:p14="http://schemas.microsoft.com/office/powerpoint/2010/main" val="471539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sr-Latn-RS" dirty="0"/>
              <a:t>Drugi način na koji možemo izvršiti dekompoziciju je prikazan na ovom slajdu.</a:t>
            </a:r>
          </a:p>
          <a:p>
            <a:r>
              <a:rPr lang="sr-Latn-RS" dirty="0"/>
              <a:t>Najduži put u grafu zadataka definiše vreme izvršenja paralelnog algoritma. </a:t>
            </a:r>
          </a:p>
        </p:txBody>
      </p:sp>
      <p:sp>
        <p:nvSpPr>
          <p:cNvPr id="4" name="Slide Number Placeholder 3"/>
          <p:cNvSpPr>
            <a:spLocks noGrp="1"/>
          </p:cNvSpPr>
          <p:nvPr>
            <p:ph type="sldNum" sz="quarter" idx="5"/>
          </p:nvPr>
        </p:nvSpPr>
        <p:spPr/>
        <p:txBody>
          <a:bodyPr/>
          <a:lstStyle/>
          <a:p>
            <a:fld id="{3A509668-E372-4126-889D-72BA7CAF3CF7}" type="slidenum">
              <a:rPr lang="sr-Latn-RS" smtClean="0"/>
              <a:t>15</a:t>
            </a:fld>
            <a:endParaRPr lang="sr-Latn-RS"/>
          </a:p>
        </p:txBody>
      </p:sp>
    </p:spTree>
    <p:extLst>
      <p:ext uri="{BB962C8B-B14F-4D97-AF65-F5344CB8AC3E}">
        <p14:creationId xmlns:p14="http://schemas.microsoft.com/office/powerpoint/2010/main" val="18231977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sr-Latn-RS" dirty="0"/>
              <a:t>Na slici su prikazane dve dekompozicije. Koji su najduži putevi u ovim grafovima?</a:t>
            </a:r>
          </a:p>
          <a:p>
            <a:r>
              <a:rPr lang="sr-Latn-RS" dirty="0"/>
              <a:t>Ako svaki task traje 10 vremenskih jedinica, koliko je najkraće vreme izvršenja za svaku dekompoziciju?</a:t>
            </a:r>
          </a:p>
          <a:p>
            <a:r>
              <a:rPr lang="sr-Latn-RS" dirty="0"/>
              <a:t>Koliko je procesora potrebno da bi se postiglo minimalno vreme izvršenja?</a:t>
            </a:r>
          </a:p>
          <a:p>
            <a:endParaRPr lang="sr-Latn-RS" dirty="0"/>
          </a:p>
        </p:txBody>
      </p:sp>
      <p:sp>
        <p:nvSpPr>
          <p:cNvPr id="4" name="Slide Number Placeholder 3"/>
          <p:cNvSpPr>
            <a:spLocks noGrp="1"/>
          </p:cNvSpPr>
          <p:nvPr>
            <p:ph type="sldNum" sz="quarter" idx="5"/>
          </p:nvPr>
        </p:nvSpPr>
        <p:spPr/>
        <p:txBody>
          <a:bodyPr/>
          <a:lstStyle/>
          <a:p>
            <a:fld id="{3A509668-E372-4126-889D-72BA7CAF3CF7}" type="slidenum">
              <a:rPr lang="sr-Latn-RS" smtClean="0"/>
              <a:t>16</a:t>
            </a:fld>
            <a:endParaRPr lang="sr-Latn-RS"/>
          </a:p>
        </p:txBody>
      </p:sp>
    </p:spTree>
    <p:extLst>
      <p:ext uri="{BB962C8B-B14F-4D97-AF65-F5344CB8AC3E}">
        <p14:creationId xmlns:p14="http://schemas.microsoft.com/office/powerpoint/2010/main" val="305147184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sr-Latn-RS" dirty="0"/>
              <a:t>Preslikavanje je izvršeno na osnovu grafa. Zadaci koji se nalaze u istom nivou nemaju nikakve zavisnosti pa se mogu se dodeliti na izvršenje različitim procesorima. </a:t>
            </a:r>
            <a:r>
              <a:rPr lang="sr-Latn-RS"/>
              <a:t>Dodela je izvršena tako da se minimizira komunikacioni overhead.</a:t>
            </a:r>
            <a:endParaRPr lang="sr-Latn-RS" dirty="0"/>
          </a:p>
        </p:txBody>
      </p:sp>
      <p:sp>
        <p:nvSpPr>
          <p:cNvPr id="4" name="Slide Number Placeholder 3"/>
          <p:cNvSpPr>
            <a:spLocks noGrp="1"/>
          </p:cNvSpPr>
          <p:nvPr>
            <p:ph type="sldNum" sz="quarter" idx="5"/>
          </p:nvPr>
        </p:nvSpPr>
        <p:spPr/>
        <p:txBody>
          <a:bodyPr/>
          <a:lstStyle/>
          <a:p>
            <a:fld id="{3A509668-E372-4126-889D-72BA7CAF3CF7}" type="slidenum">
              <a:rPr lang="sr-Latn-RS" smtClean="0"/>
              <a:t>17</a:t>
            </a:fld>
            <a:endParaRPr lang="sr-Latn-RS"/>
          </a:p>
        </p:txBody>
      </p:sp>
    </p:spTree>
    <p:extLst>
      <p:ext uri="{BB962C8B-B14F-4D97-AF65-F5344CB8AC3E}">
        <p14:creationId xmlns:p14="http://schemas.microsoft.com/office/powerpoint/2010/main" val="7269095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sr-Latn-RS" dirty="0"/>
              <a:t>Za procenu performansi paralelnog algoritma može se iskoristiti za abstrakni model računara sa deljivom memorijom. Postoje 4 modela abstraktnog paralelnog računara u zavisnosti od toga da li su dozvoljeni ili ne jednovremeni upisi  i/ili čitanja u deljivu memoriju.</a:t>
            </a:r>
          </a:p>
          <a:p>
            <a:endParaRPr lang="sr-Latn-RS" dirty="0"/>
          </a:p>
          <a:p>
            <a:pPr marL="171450" indent="-171450">
              <a:buFont typeface="Arial" panose="020B0604020202020204" pitchFamily="34" charset="0"/>
              <a:buChar char="•"/>
            </a:pPr>
            <a:r>
              <a:rPr lang="en-US" dirty="0" err="1"/>
              <a:t>Simultano</a:t>
            </a:r>
            <a:r>
              <a:rPr lang="en-US" dirty="0"/>
              <a:t> </a:t>
            </a:r>
            <a:r>
              <a:rPr lang="en-US" dirty="0" err="1"/>
              <a:t>čitanje</a:t>
            </a:r>
            <a:r>
              <a:rPr lang="en-US" dirty="0"/>
              <a:t> </a:t>
            </a:r>
            <a:r>
              <a:rPr lang="en-US" dirty="0" err="1"/>
              <a:t>iste</a:t>
            </a:r>
            <a:r>
              <a:rPr lang="en-US" dirty="0"/>
              <a:t> </a:t>
            </a:r>
            <a:r>
              <a:rPr lang="en-US" dirty="0" err="1"/>
              <a:t>memorijske</a:t>
            </a:r>
            <a:r>
              <a:rPr lang="en-US" dirty="0"/>
              <a:t> </a:t>
            </a:r>
            <a:r>
              <a:rPr lang="en-US" dirty="0" err="1"/>
              <a:t>lokacije</a:t>
            </a:r>
            <a:r>
              <a:rPr lang="en-US" dirty="0"/>
              <a:t> ne </a:t>
            </a:r>
            <a:r>
              <a:rPr lang="en-US" dirty="0" err="1"/>
              <a:t>dovodi</a:t>
            </a:r>
            <a:r>
              <a:rPr lang="en-US" dirty="0"/>
              <a:t> do </a:t>
            </a:r>
            <a:r>
              <a:rPr lang="en-US" dirty="0" err="1"/>
              <a:t>problema</a:t>
            </a:r>
            <a:r>
              <a:rPr lang="en-US" dirty="0"/>
              <a:t>. </a:t>
            </a:r>
          </a:p>
          <a:p>
            <a:r>
              <a:rPr lang="en-US" dirty="0" err="1"/>
              <a:t>Svaki</a:t>
            </a:r>
            <a:r>
              <a:rPr lang="en-US" dirty="0"/>
              <a:t> </a:t>
            </a:r>
            <a:r>
              <a:rPr lang="en-US" dirty="0" err="1"/>
              <a:t>procesor</a:t>
            </a:r>
            <a:r>
              <a:rPr lang="en-US" dirty="0"/>
              <a:t> </a:t>
            </a:r>
            <a:r>
              <a:rPr lang="en-US" dirty="0" err="1"/>
              <a:t>napravi</a:t>
            </a:r>
            <a:r>
              <a:rPr lang="en-US" dirty="0"/>
              <a:t> </a:t>
            </a:r>
            <a:r>
              <a:rPr lang="en-US" dirty="0" err="1"/>
              <a:t>kopiju</a:t>
            </a:r>
            <a:r>
              <a:rPr lang="en-US" dirty="0"/>
              <a:t> </a:t>
            </a:r>
            <a:r>
              <a:rPr lang="en-US" dirty="0" err="1"/>
              <a:t>sadržaja</a:t>
            </a:r>
            <a:r>
              <a:rPr lang="en-US" dirty="0"/>
              <a:t> mem. </a:t>
            </a:r>
            <a:r>
              <a:rPr lang="en-US" dirty="0" err="1"/>
              <a:t>lokacije</a:t>
            </a:r>
            <a:r>
              <a:rPr lang="en-US" dirty="0"/>
              <a:t> i </a:t>
            </a:r>
            <a:r>
              <a:rPr lang="en-US" dirty="0" err="1"/>
              <a:t>zapamti</a:t>
            </a:r>
            <a:r>
              <a:rPr lang="en-US" dirty="0"/>
              <a:t> je u </a:t>
            </a:r>
            <a:r>
              <a:rPr lang="en-US" dirty="0" err="1"/>
              <a:t>svom</a:t>
            </a:r>
            <a:r>
              <a:rPr lang="en-US" dirty="0"/>
              <a:t> </a:t>
            </a:r>
            <a:r>
              <a:rPr lang="en-US" dirty="0" err="1"/>
              <a:t>registru</a:t>
            </a:r>
            <a:r>
              <a:rPr lang="en-US" dirty="0"/>
              <a:t>. </a:t>
            </a:r>
          </a:p>
          <a:p>
            <a:pPr marL="171450" indent="-171450">
              <a:buFont typeface="Arial" panose="020B0604020202020204" pitchFamily="34" charset="0"/>
              <a:buChar char="•"/>
            </a:pPr>
            <a:r>
              <a:rPr lang="en-US" dirty="0"/>
              <a:t>Problem se </a:t>
            </a:r>
            <a:r>
              <a:rPr lang="en-US" dirty="0" err="1"/>
              <a:t>javlja</a:t>
            </a:r>
            <a:r>
              <a:rPr lang="en-US" dirty="0"/>
              <a:t> </a:t>
            </a:r>
            <a:r>
              <a:rPr lang="en-US" dirty="0" err="1"/>
              <a:t>kod</a:t>
            </a:r>
            <a:r>
              <a:rPr lang="en-US" dirty="0"/>
              <a:t> </a:t>
            </a:r>
            <a:r>
              <a:rPr lang="en-US" dirty="0" err="1"/>
              <a:t>konkurentnog</a:t>
            </a:r>
            <a:r>
              <a:rPr lang="en-US" dirty="0"/>
              <a:t> </a:t>
            </a:r>
            <a:r>
              <a:rPr lang="en-US" dirty="0" err="1"/>
              <a:t>upisa</a:t>
            </a:r>
            <a:r>
              <a:rPr lang="en-US" dirty="0"/>
              <a:t>. </a:t>
            </a:r>
          </a:p>
          <a:p>
            <a:r>
              <a:rPr lang="en-US" dirty="0"/>
              <a:t>Ako </a:t>
            </a:r>
            <a:r>
              <a:rPr lang="en-US" dirty="0" err="1"/>
              <a:t>više</a:t>
            </a:r>
            <a:r>
              <a:rPr lang="en-US" dirty="0"/>
              <a:t> </a:t>
            </a:r>
            <a:r>
              <a:rPr lang="en-US" dirty="0" err="1"/>
              <a:t>procesora</a:t>
            </a:r>
            <a:r>
              <a:rPr lang="en-US" dirty="0"/>
              <a:t> </a:t>
            </a:r>
            <a:r>
              <a:rPr lang="en-US" dirty="0" err="1"/>
              <a:t>pokušava</a:t>
            </a:r>
            <a:r>
              <a:rPr lang="en-US" dirty="0"/>
              <a:t> da </a:t>
            </a:r>
            <a:r>
              <a:rPr lang="en-US" dirty="0" err="1"/>
              <a:t>izvrši</a:t>
            </a:r>
            <a:r>
              <a:rPr lang="en-US" dirty="0"/>
              <a:t> </a:t>
            </a:r>
            <a:r>
              <a:rPr lang="en-US" dirty="0" err="1"/>
              <a:t>upis</a:t>
            </a:r>
            <a:r>
              <a:rPr lang="en-US" dirty="0"/>
              <a:t> u </a:t>
            </a:r>
            <a:r>
              <a:rPr lang="en-US" dirty="0" err="1"/>
              <a:t>istu</a:t>
            </a:r>
            <a:r>
              <a:rPr lang="en-US" dirty="0"/>
              <a:t> mem. </a:t>
            </a:r>
            <a:r>
              <a:rPr lang="en-US" dirty="0" err="1"/>
              <a:t>lokaciju</a:t>
            </a:r>
            <a:r>
              <a:rPr lang="en-US" dirty="0"/>
              <a:t> </a:t>
            </a:r>
            <a:r>
              <a:rPr lang="en-US" dirty="0" err="1"/>
              <a:t>kome</a:t>
            </a:r>
            <a:r>
              <a:rPr lang="en-US" dirty="0"/>
              <a:t> </a:t>
            </a:r>
            <a:r>
              <a:rPr lang="en-US" dirty="0" err="1"/>
              <a:t>dozvoliti</a:t>
            </a:r>
            <a:r>
              <a:rPr lang="en-US" dirty="0"/>
              <a:t> </a:t>
            </a:r>
            <a:r>
              <a:rPr lang="en-US" dirty="0" err="1"/>
              <a:t>upis</a:t>
            </a:r>
            <a:r>
              <a:rPr lang="en-US" dirty="0"/>
              <a:t>? </a:t>
            </a:r>
          </a:p>
          <a:p>
            <a:r>
              <a:rPr lang="en-US" dirty="0" err="1"/>
              <a:t>Postoji</a:t>
            </a:r>
            <a:r>
              <a:rPr lang="en-US" dirty="0"/>
              <a:t> </a:t>
            </a:r>
            <a:r>
              <a:rPr lang="en-US" dirty="0" err="1"/>
              <a:t>nekoliko</a:t>
            </a:r>
            <a:r>
              <a:rPr lang="en-US" dirty="0"/>
              <a:t> </a:t>
            </a:r>
            <a:r>
              <a:rPr lang="en-US" dirty="0" err="1"/>
              <a:t>načina</a:t>
            </a:r>
            <a:r>
              <a:rPr lang="en-US" dirty="0"/>
              <a:t> da se </a:t>
            </a:r>
            <a:r>
              <a:rPr lang="en-US" dirty="0" err="1"/>
              <a:t>deterministički</a:t>
            </a:r>
            <a:r>
              <a:rPr lang="en-US" dirty="0"/>
              <a:t> </a:t>
            </a:r>
            <a:r>
              <a:rPr lang="en-US" dirty="0" err="1"/>
              <a:t>odredi</a:t>
            </a:r>
            <a:r>
              <a:rPr lang="en-US" dirty="0"/>
              <a:t> </a:t>
            </a:r>
            <a:r>
              <a:rPr lang="en-US" dirty="0" err="1"/>
              <a:t>sadržaj</a:t>
            </a:r>
            <a:r>
              <a:rPr lang="en-US" dirty="0"/>
              <a:t> mem. </a:t>
            </a:r>
            <a:r>
              <a:rPr lang="en-US" dirty="0" err="1"/>
              <a:t>lokacije</a:t>
            </a:r>
            <a:r>
              <a:rPr lang="en-US" dirty="0"/>
              <a:t> </a:t>
            </a:r>
            <a:r>
              <a:rPr lang="en-US" dirty="0" err="1"/>
              <a:t>nakon</a:t>
            </a:r>
            <a:r>
              <a:rPr lang="en-US" dirty="0"/>
              <a:t> </a:t>
            </a:r>
            <a:r>
              <a:rPr lang="en-US" dirty="0" err="1"/>
              <a:t>konkurentnog</a:t>
            </a:r>
            <a:r>
              <a:rPr lang="en-US" dirty="0"/>
              <a:t> </a:t>
            </a:r>
            <a:r>
              <a:rPr lang="en-US" dirty="0" err="1"/>
              <a:t>upisa</a:t>
            </a:r>
            <a:r>
              <a:rPr lang="en-US" dirty="0"/>
              <a:t>:</a:t>
            </a:r>
          </a:p>
          <a:p>
            <a:pPr marL="171450" indent="-171450">
              <a:buFont typeface="Arial" panose="020B0604020202020204" pitchFamily="34" charset="0"/>
              <a:buChar char="•"/>
            </a:pPr>
            <a:r>
              <a:rPr lang="en-US" dirty="0" err="1"/>
              <a:t>Dodeliti</a:t>
            </a:r>
            <a:r>
              <a:rPr lang="en-US" dirty="0"/>
              <a:t> </a:t>
            </a:r>
            <a:r>
              <a:rPr lang="en-US" dirty="0" err="1"/>
              <a:t>prioritete</a:t>
            </a:r>
            <a:r>
              <a:rPr lang="en-US" dirty="0"/>
              <a:t> </a:t>
            </a:r>
            <a:r>
              <a:rPr lang="en-US" dirty="0" err="1"/>
              <a:t>procesorima</a:t>
            </a:r>
            <a:r>
              <a:rPr lang="en-US" dirty="0"/>
              <a:t> i </a:t>
            </a:r>
            <a:r>
              <a:rPr lang="en-US" dirty="0" err="1"/>
              <a:t>zapamtiti</a:t>
            </a:r>
            <a:r>
              <a:rPr lang="en-US" dirty="0"/>
              <a:t> </a:t>
            </a:r>
            <a:r>
              <a:rPr lang="en-US" dirty="0" err="1"/>
              <a:t>vrednost</a:t>
            </a:r>
            <a:r>
              <a:rPr lang="en-US" dirty="0"/>
              <a:t> </a:t>
            </a:r>
            <a:r>
              <a:rPr lang="en-US" dirty="0" err="1"/>
              <a:t>procesora</a:t>
            </a:r>
            <a:r>
              <a:rPr lang="en-US" dirty="0"/>
              <a:t> </a:t>
            </a:r>
            <a:r>
              <a:rPr lang="en-US" dirty="0" err="1"/>
              <a:t>sa</a:t>
            </a:r>
            <a:r>
              <a:rPr lang="en-US" dirty="0"/>
              <a:t> </a:t>
            </a:r>
            <a:r>
              <a:rPr lang="en-US" dirty="0" err="1"/>
              <a:t>najvišim</a:t>
            </a:r>
            <a:r>
              <a:rPr lang="en-US" dirty="0"/>
              <a:t> </a:t>
            </a:r>
            <a:r>
              <a:rPr lang="en-US" dirty="0" err="1"/>
              <a:t>prioritetom</a:t>
            </a:r>
            <a:r>
              <a:rPr lang="en-US" dirty="0"/>
              <a:t>.</a:t>
            </a:r>
          </a:p>
          <a:p>
            <a:pPr marL="171450" indent="-171450">
              <a:buFont typeface="Arial" panose="020B0604020202020204" pitchFamily="34" charset="0"/>
              <a:buChar char="•"/>
            </a:pPr>
            <a:r>
              <a:rPr lang="en-US" dirty="0" err="1"/>
              <a:t>Svim</a:t>
            </a:r>
            <a:r>
              <a:rPr lang="en-US" dirty="0"/>
              <a:t> </a:t>
            </a:r>
            <a:r>
              <a:rPr lang="en-US" dirty="0" err="1"/>
              <a:t>procesorima</a:t>
            </a:r>
            <a:r>
              <a:rPr lang="en-US" dirty="0"/>
              <a:t> je </a:t>
            </a:r>
            <a:r>
              <a:rPr lang="en-US" dirty="0" err="1"/>
              <a:t>dozvoljeno</a:t>
            </a:r>
            <a:r>
              <a:rPr lang="en-US" dirty="0"/>
              <a:t> da </a:t>
            </a:r>
            <a:r>
              <a:rPr lang="en-US" dirty="0" err="1"/>
              <a:t>izvrše</a:t>
            </a:r>
            <a:r>
              <a:rPr lang="en-US" dirty="0"/>
              <a:t> </a:t>
            </a:r>
            <a:r>
              <a:rPr lang="en-US" dirty="0" err="1"/>
              <a:t>upis</a:t>
            </a:r>
            <a:r>
              <a:rPr lang="en-US" dirty="0"/>
              <a:t> pod </a:t>
            </a:r>
            <a:r>
              <a:rPr lang="en-US" dirty="0" err="1"/>
              <a:t>uslovom</a:t>
            </a:r>
            <a:r>
              <a:rPr lang="en-US" dirty="0"/>
              <a:t> da </a:t>
            </a:r>
            <a:r>
              <a:rPr lang="en-US" dirty="0" err="1"/>
              <a:t>su</a:t>
            </a:r>
            <a:r>
              <a:rPr lang="en-US" dirty="0"/>
              <a:t> </a:t>
            </a:r>
            <a:r>
              <a:rPr lang="en-US" dirty="0" err="1"/>
              <a:t>sve</a:t>
            </a:r>
            <a:r>
              <a:rPr lang="en-US" dirty="0"/>
              <a:t> </a:t>
            </a:r>
            <a:r>
              <a:rPr lang="en-US" dirty="0" err="1"/>
              <a:t>vrednosti</a:t>
            </a:r>
            <a:r>
              <a:rPr lang="en-US" dirty="0"/>
              <a:t> </a:t>
            </a:r>
            <a:r>
              <a:rPr lang="en-US" dirty="0" err="1"/>
              <a:t>jednake</a:t>
            </a:r>
            <a:r>
              <a:rPr lang="en-US" dirty="0"/>
              <a:t>. </a:t>
            </a:r>
          </a:p>
          <a:p>
            <a:pPr marL="171450" indent="-171450">
              <a:buFont typeface="Arial" panose="020B0604020202020204" pitchFamily="34" charset="0"/>
              <a:buChar char="•"/>
            </a:pPr>
            <a:r>
              <a:rPr lang="en-US" dirty="0" err="1"/>
              <a:t>Upisuje</a:t>
            </a:r>
            <a:r>
              <a:rPr lang="en-US" dirty="0"/>
              <a:t> se  max, min, sum, </a:t>
            </a:r>
            <a:r>
              <a:rPr lang="en-US" dirty="0" err="1"/>
              <a:t>ili</a:t>
            </a:r>
            <a:r>
              <a:rPr lang="en-US" dirty="0"/>
              <a:t> </a:t>
            </a:r>
            <a:r>
              <a:rPr lang="en-US" dirty="0" err="1"/>
              <a:t>srednja</a:t>
            </a:r>
            <a:r>
              <a:rPr lang="en-US" dirty="0"/>
              <a:t> </a:t>
            </a:r>
            <a:r>
              <a:rPr lang="en-US" dirty="0" err="1"/>
              <a:t>vrednost</a:t>
            </a:r>
            <a:r>
              <a:rPr lang="en-US" dirty="0"/>
              <a:t> </a:t>
            </a:r>
            <a:r>
              <a:rPr lang="en-US" dirty="0" err="1"/>
              <a:t>podataka</a:t>
            </a:r>
            <a:r>
              <a:rPr lang="en-US" dirty="0"/>
              <a:t> (</a:t>
            </a:r>
            <a:r>
              <a:rPr lang="en-US" dirty="0" err="1"/>
              <a:t>ako</a:t>
            </a:r>
            <a:r>
              <a:rPr lang="en-US" dirty="0"/>
              <a:t> </a:t>
            </a:r>
            <a:r>
              <a:rPr lang="en-US" dirty="0" err="1"/>
              <a:t>su</a:t>
            </a:r>
            <a:r>
              <a:rPr lang="en-US" dirty="0"/>
              <a:t> u </a:t>
            </a:r>
            <a:r>
              <a:rPr lang="en-US" dirty="0" err="1"/>
              <a:t>pitanju</a:t>
            </a:r>
            <a:r>
              <a:rPr lang="en-US" dirty="0"/>
              <a:t> </a:t>
            </a:r>
            <a:r>
              <a:rPr lang="en-US" dirty="0" err="1"/>
              <a:t>numerički</a:t>
            </a:r>
            <a:r>
              <a:rPr lang="en-US" dirty="0"/>
              <a:t> </a:t>
            </a:r>
            <a:r>
              <a:rPr lang="en-US" dirty="0" err="1"/>
              <a:t>podaci</a:t>
            </a:r>
            <a:r>
              <a:rPr lang="en-US" dirty="0"/>
              <a:t>)</a:t>
            </a:r>
          </a:p>
          <a:p>
            <a:endParaRPr lang="en-US" dirty="0"/>
          </a:p>
        </p:txBody>
      </p:sp>
      <p:sp>
        <p:nvSpPr>
          <p:cNvPr id="4" name="Slide Number Placeholder 3"/>
          <p:cNvSpPr>
            <a:spLocks noGrp="1"/>
          </p:cNvSpPr>
          <p:nvPr>
            <p:ph type="sldNum" sz="quarter" idx="5"/>
          </p:nvPr>
        </p:nvSpPr>
        <p:spPr/>
        <p:txBody>
          <a:bodyPr/>
          <a:lstStyle/>
          <a:p>
            <a:fld id="{3A509668-E372-4126-889D-72BA7CAF3CF7}" type="slidenum">
              <a:rPr lang="sr-Latn-RS" smtClean="0"/>
              <a:t>18</a:t>
            </a:fld>
            <a:endParaRPr lang="sr-Latn-RS"/>
          </a:p>
        </p:txBody>
      </p:sp>
    </p:spTree>
    <p:extLst>
      <p:ext uri="{BB962C8B-B14F-4D97-AF65-F5344CB8AC3E}">
        <p14:creationId xmlns:p14="http://schemas.microsoft.com/office/powerpoint/2010/main" val="5268609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a:outerShdw dist="107763" dir="2700000" algn="ctr" rotWithShape="0">
            <a:srgbClr val="000000"/>
          </a:outerShdw>
        </a:effectLst>
      </p:bgPr>
    </p:bg>
    <p:spTree>
      <p:nvGrpSpPr>
        <p:cNvPr id="1" name=""/>
        <p:cNvGrpSpPr/>
        <p:nvPr/>
      </p:nvGrpSpPr>
      <p:grpSpPr>
        <a:xfrm>
          <a:off x="0" y="0"/>
          <a:ext cx="0" cy="0"/>
          <a:chOff x="0" y="0"/>
          <a:chExt cx="0" cy="0"/>
        </a:xfrm>
      </p:grpSpPr>
      <p:grpSp>
        <p:nvGrpSpPr>
          <p:cNvPr id="2" name="Group 2"/>
          <p:cNvGrpSpPr>
            <a:grpSpLocks/>
          </p:cNvGrpSpPr>
          <p:nvPr/>
        </p:nvGrpSpPr>
        <p:grpSpPr bwMode="auto">
          <a:xfrm>
            <a:off x="0" y="0"/>
            <a:ext cx="9144000" cy="6858000"/>
            <a:chOff x="0" y="0"/>
            <a:chExt cx="5760" cy="4320"/>
          </a:xfrm>
        </p:grpSpPr>
        <p:sp>
          <p:nvSpPr>
            <p:cNvPr id="5123" name="Rectangle 3"/>
            <p:cNvSpPr>
              <a:spLocks noChangeArrowheads="1"/>
            </p:cNvSpPr>
            <p:nvPr/>
          </p:nvSpPr>
          <p:spPr bwMode="hidden">
            <a:xfrm>
              <a:off x="0" y="0"/>
              <a:ext cx="5760" cy="535"/>
            </a:xfrm>
            <a:prstGeom prst="rect">
              <a:avLst/>
            </a:prstGeom>
            <a:gradFill rotWithShape="0">
              <a:gsLst>
                <a:gs pos="0">
                  <a:schemeClr val="folHlink"/>
                </a:gs>
                <a:gs pos="100000">
                  <a:schemeClr val="bg1"/>
                </a:gs>
              </a:gsLst>
              <a:lin ang="5400000" scaled="1"/>
            </a:gradFill>
            <a:ln w="9525">
              <a:noFill/>
              <a:miter lim="800000"/>
              <a:headEnd/>
              <a:tailEnd/>
            </a:ln>
            <a:effectLst/>
          </p:spPr>
          <p:txBody>
            <a:bodyPr wrap="none" anchor="ctr"/>
            <a:lstStyle/>
            <a:p>
              <a:endParaRPr lang="en-US"/>
            </a:p>
          </p:txBody>
        </p:sp>
        <p:sp>
          <p:nvSpPr>
            <p:cNvPr id="5124" name="Rectangle 4"/>
            <p:cNvSpPr>
              <a:spLocks noChangeArrowheads="1"/>
            </p:cNvSpPr>
            <p:nvPr/>
          </p:nvSpPr>
          <p:spPr bwMode="hidden">
            <a:xfrm>
              <a:off x="0" y="3147"/>
              <a:ext cx="5760" cy="1173"/>
            </a:xfrm>
            <a:prstGeom prst="rect">
              <a:avLst/>
            </a:prstGeom>
            <a:gradFill rotWithShape="0">
              <a:gsLst>
                <a:gs pos="0">
                  <a:schemeClr val="bg1"/>
                </a:gs>
                <a:gs pos="100000">
                  <a:schemeClr val="folHlink"/>
                </a:gs>
              </a:gsLst>
              <a:lin ang="5400000" scaled="1"/>
            </a:gradFill>
            <a:ln w="9525">
              <a:noFill/>
              <a:miter lim="800000"/>
              <a:headEnd/>
              <a:tailEnd/>
            </a:ln>
          </p:spPr>
          <p:txBody>
            <a:bodyPr wrap="none" anchor="ctr"/>
            <a:lstStyle/>
            <a:p>
              <a:endParaRPr lang="en-US"/>
            </a:p>
          </p:txBody>
        </p:sp>
      </p:grpSp>
      <p:sp>
        <p:nvSpPr>
          <p:cNvPr id="5125" name="Rectangle 5"/>
          <p:cNvSpPr>
            <a:spLocks noGrp="1" noChangeArrowheads="1"/>
          </p:cNvSpPr>
          <p:nvPr>
            <p:ph type="ctrTitle"/>
          </p:nvPr>
        </p:nvSpPr>
        <p:spPr>
          <a:xfrm>
            <a:off x="304800" y="946150"/>
            <a:ext cx="8534400" cy="1778000"/>
          </a:xfrm>
          <a:noFill/>
        </p:spPr>
        <p:txBody>
          <a:bodyPr lIns="91432" rIns="91432" anchor="b"/>
          <a:lstStyle>
            <a:lvl1pPr>
              <a:defRPr>
                <a:solidFill>
                  <a:schemeClr val="tx1"/>
                </a:solidFill>
                <a:effectLst>
                  <a:outerShdw blurRad="38100" dist="38100" dir="2700000" algn="tl">
                    <a:srgbClr val="C0C0C0"/>
                  </a:outerShdw>
                </a:effectLst>
              </a:defRPr>
            </a:lvl1pPr>
          </a:lstStyle>
          <a:p>
            <a:r>
              <a:rPr lang="en-US" altLang="en-US"/>
              <a:t>Click to edit Master title style</a:t>
            </a:r>
          </a:p>
        </p:txBody>
      </p:sp>
      <p:sp>
        <p:nvSpPr>
          <p:cNvPr id="5126" name="Rectangle 6"/>
          <p:cNvSpPr>
            <a:spLocks noGrp="1" noChangeArrowheads="1"/>
          </p:cNvSpPr>
          <p:nvPr>
            <p:ph type="subTitle" idx="1"/>
          </p:nvPr>
        </p:nvSpPr>
        <p:spPr>
          <a:xfrm>
            <a:off x="381000" y="3524250"/>
            <a:ext cx="8458200" cy="2587625"/>
          </a:xfrm>
        </p:spPr>
        <p:txBody>
          <a:bodyPr lIns="91432" tIns="45716" rIns="91432" bIns="45716"/>
          <a:lstStyle>
            <a:lvl1pPr marL="0" indent="0" algn="ctr">
              <a:buFont typeface="Wingdings 2" pitchFamily="18" charset="2"/>
              <a:buNone/>
              <a:defRPr/>
            </a:lvl1pPr>
          </a:lstStyle>
          <a:p>
            <a:r>
              <a:rPr lang="en-US" altLang="en-US"/>
              <a:t>Click to edit Master subtitle style</a:t>
            </a:r>
          </a:p>
        </p:txBody>
      </p:sp>
      <p:sp>
        <p:nvSpPr>
          <p:cNvPr id="5127" name="Rectangle 7"/>
          <p:cNvSpPr>
            <a:spLocks noGrp="1" noChangeArrowheads="1"/>
          </p:cNvSpPr>
          <p:nvPr>
            <p:ph type="dt" sz="half" idx="2"/>
          </p:nvPr>
        </p:nvSpPr>
        <p:spPr bwMode="auto">
          <a:xfrm>
            <a:off x="1295400" y="6248400"/>
            <a:ext cx="1905000" cy="457200"/>
          </a:xfrm>
          <a:prstGeom prst="rect">
            <a:avLst/>
          </a:prstGeom>
          <a:noFill/>
          <a:ln>
            <a:miter lim="800000"/>
            <a:headEnd/>
            <a:tailEnd/>
          </a:ln>
        </p:spPr>
        <p:txBody>
          <a:bodyPr vert="horz" wrap="square" lIns="91432" tIns="45716" rIns="91432" bIns="45716" numCol="1" anchor="t" anchorCtr="0" compatLnSpc="1">
            <a:prstTxWarp prst="textNoShape">
              <a:avLst/>
            </a:prstTxWarp>
          </a:bodyPr>
          <a:lstStyle>
            <a:lvl1pPr>
              <a:spcBef>
                <a:spcPct val="50000"/>
              </a:spcBef>
              <a:defRPr sz="1400">
                <a:solidFill>
                  <a:srgbClr val="FFFFFF"/>
                </a:solidFill>
                <a:effectLst/>
                <a:latin typeface="Arial Narrow" pitchFamily="34" charset="0"/>
              </a:defRPr>
            </a:lvl1pPr>
          </a:lstStyle>
          <a:p>
            <a:fld id="{F00AB1ED-4781-4B94-9040-BB4F03839F27}" type="datetimeFigureOut">
              <a:rPr lang="en-US" smtClean="0"/>
              <a:t>3/23/2026</a:t>
            </a:fld>
            <a:endParaRPr lang="en-US"/>
          </a:p>
        </p:txBody>
      </p:sp>
      <p:sp>
        <p:nvSpPr>
          <p:cNvPr id="5128" name="Rectangle 8"/>
          <p:cNvSpPr>
            <a:spLocks noGrp="1" noChangeArrowheads="1"/>
          </p:cNvSpPr>
          <p:nvPr>
            <p:ph type="ftr" sz="quarter" idx="3"/>
          </p:nvPr>
        </p:nvSpPr>
        <p:spPr bwMode="auto">
          <a:xfrm>
            <a:off x="3733800" y="6248400"/>
            <a:ext cx="2895600" cy="457200"/>
          </a:xfrm>
          <a:prstGeom prst="rect">
            <a:avLst/>
          </a:prstGeom>
          <a:noFill/>
          <a:ln>
            <a:miter lim="800000"/>
            <a:headEnd/>
            <a:tailEnd/>
          </a:ln>
        </p:spPr>
        <p:txBody>
          <a:bodyPr vert="horz" wrap="square" lIns="91432" tIns="45716" rIns="91432" bIns="45716" numCol="1" anchor="t" anchorCtr="0" compatLnSpc="1">
            <a:prstTxWarp prst="textNoShape">
              <a:avLst/>
            </a:prstTxWarp>
          </a:bodyPr>
          <a:lstStyle>
            <a:lvl1pPr algn="ctr">
              <a:spcBef>
                <a:spcPct val="50000"/>
              </a:spcBef>
              <a:defRPr sz="1400">
                <a:solidFill>
                  <a:srgbClr val="FFFFFF"/>
                </a:solidFill>
                <a:effectLst/>
                <a:latin typeface="Arial Narrow" pitchFamily="34" charset="0"/>
              </a:defRPr>
            </a:lvl1pPr>
          </a:lstStyle>
          <a:p>
            <a:endParaRPr lang="en-US"/>
          </a:p>
        </p:txBody>
      </p:sp>
      <p:sp>
        <p:nvSpPr>
          <p:cNvPr id="5129" name="Rectangle 9"/>
          <p:cNvSpPr>
            <a:spLocks noGrp="1" noChangeArrowheads="1"/>
          </p:cNvSpPr>
          <p:nvPr>
            <p:ph type="sldNum" sz="quarter" idx="4"/>
          </p:nvPr>
        </p:nvSpPr>
        <p:spPr>
          <a:xfrm>
            <a:off x="0" y="6400800"/>
            <a:ext cx="457200" cy="381000"/>
          </a:xfrm>
        </p:spPr>
        <p:txBody>
          <a:bodyPr/>
          <a:lstStyle>
            <a:lvl1pPr>
              <a:defRPr>
                <a:solidFill>
                  <a:srgbClr val="FFFFFF"/>
                </a:solidFill>
              </a:defRPr>
            </a:lvl1pPr>
          </a:lstStyle>
          <a:p>
            <a:fld id="{B57CFD8C-ACD1-410D-AB23-CC8447EFD649}" type="slidenum">
              <a:rPr lang="en-US" smtClean="0"/>
              <a:t>‹#›</a:t>
            </a:fld>
            <a:endParaRPr lang="en-US"/>
          </a:p>
        </p:txBody>
      </p:sp>
      <p:sp>
        <p:nvSpPr>
          <p:cNvPr id="5130" name="AutoShape 10"/>
          <p:cNvSpPr>
            <a:spLocks noChangeArrowheads="1"/>
          </p:cNvSpPr>
          <p:nvPr/>
        </p:nvSpPr>
        <p:spPr bwMode="auto">
          <a:xfrm flipH="1">
            <a:off x="381000" y="2949575"/>
            <a:ext cx="8763000" cy="430213"/>
          </a:xfrm>
          <a:prstGeom prst="homePlate">
            <a:avLst>
              <a:gd name="adj" fmla="val 0"/>
            </a:avLst>
          </a:prstGeom>
          <a:gradFill rotWithShape="0">
            <a:gsLst>
              <a:gs pos="0">
                <a:schemeClr val="bg2"/>
              </a:gs>
              <a:gs pos="50000">
                <a:schemeClr val="folHlink"/>
              </a:gs>
              <a:gs pos="100000">
                <a:schemeClr val="bg2"/>
              </a:gs>
            </a:gsLst>
            <a:lin ang="5400000" scaled="1"/>
          </a:gradFill>
          <a:ln w="9525">
            <a:noFill/>
            <a:miter lim="800000"/>
            <a:headEnd/>
            <a:tailEnd/>
          </a:ln>
          <a:effectLst/>
        </p:spPr>
        <p:txBody>
          <a:bodyPr wrap="none" anchor="ctr"/>
          <a:lstStyle/>
          <a:p>
            <a:endParaRPr lang="en-US"/>
          </a:p>
        </p:txBody>
      </p:sp>
    </p:spTree>
  </p:cSld>
  <p:clrMapOvr>
    <a:masterClrMapping/>
  </p:clrMapOvr>
  <p:transition>
    <p:pull dir="d"/>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p:cNvSpPr>
            <a:spLocks noGrp="1"/>
          </p:cNvSpPr>
          <p:nvPr>
            <p:ph type="sldNum" sz="quarter" idx="10"/>
          </p:nvPr>
        </p:nvSpPr>
        <p:spPr/>
        <p:txBody>
          <a:bodyPr/>
          <a:lstStyle>
            <a:lvl1pPr>
              <a:defRPr/>
            </a:lvl1pPr>
          </a:lstStyle>
          <a:p>
            <a:fld id="{B57CFD8C-ACD1-410D-AB23-CC8447EFD649}" type="slidenum">
              <a:rPr lang="en-US" smtClean="0"/>
              <a:t>‹#›</a:t>
            </a:fld>
            <a:endParaRPr lang="en-US"/>
          </a:p>
        </p:txBody>
      </p:sp>
    </p:spTree>
  </p:cSld>
  <p:clrMapOvr>
    <a:masterClrMapping/>
  </p:clrMapOvr>
  <p:transition>
    <p:pull dir="d"/>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Slide Number Placeholder 3"/>
          <p:cNvSpPr>
            <a:spLocks noGrp="1"/>
          </p:cNvSpPr>
          <p:nvPr>
            <p:ph type="sldNum" sz="quarter" idx="10"/>
          </p:nvPr>
        </p:nvSpPr>
        <p:spPr/>
        <p:txBody>
          <a:bodyPr/>
          <a:lstStyle>
            <a:lvl1pPr>
              <a:defRPr/>
            </a:lvl1pPr>
          </a:lstStyle>
          <a:p>
            <a:fld id="{B57CFD8C-ACD1-410D-AB23-CC8447EFD649}" type="slidenum">
              <a:rPr lang="en-US" smtClean="0"/>
              <a:t>‹#›</a:t>
            </a:fld>
            <a:endParaRPr lang="en-US"/>
          </a:p>
        </p:txBody>
      </p:sp>
    </p:spTree>
  </p:cSld>
  <p:clrMapOvr>
    <a:masterClrMapping/>
  </p:clrMapOvr>
  <p:transition>
    <p:pull dir="d"/>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0" y="708025"/>
            <a:ext cx="4495800" cy="6149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708025"/>
            <a:ext cx="4495800" cy="6149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p:cNvSpPr>
            <a:spLocks noGrp="1"/>
          </p:cNvSpPr>
          <p:nvPr>
            <p:ph type="sldNum" sz="quarter" idx="10"/>
          </p:nvPr>
        </p:nvSpPr>
        <p:spPr/>
        <p:txBody>
          <a:bodyPr/>
          <a:lstStyle>
            <a:lvl1pPr>
              <a:defRPr/>
            </a:lvl1pPr>
          </a:lstStyle>
          <a:p>
            <a:fld id="{B57CFD8C-ACD1-410D-AB23-CC8447EFD649}" type="slidenum">
              <a:rPr lang="en-US" smtClean="0"/>
              <a:t>‹#›</a:t>
            </a:fld>
            <a:endParaRPr lang="en-US"/>
          </a:p>
        </p:txBody>
      </p:sp>
    </p:spTree>
  </p:cSld>
  <p:clrMapOvr>
    <a:masterClrMapping/>
  </p:clrMapOvr>
  <p:transition>
    <p:pull dir="d"/>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0"/>
          </p:nvPr>
        </p:nvSpPr>
        <p:spPr/>
        <p:txBody>
          <a:bodyPr/>
          <a:lstStyle>
            <a:lvl1pPr>
              <a:defRPr/>
            </a:lvl1pPr>
          </a:lstStyle>
          <a:p>
            <a:fld id="{B57CFD8C-ACD1-410D-AB23-CC8447EFD649}" type="slidenum">
              <a:rPr lang="en-US" smtClean="0"/>
              <a:t>‹#›</a:t>
            </a:fld>
            <a:endParaRPr lang="en-US"/>
          </a:p>
        </p:txBody>
      </p:sp>
    </p:spTree>
  </p:cSld>
  <p:clrMapOvr>
    <a:masterClrMapping/>
  </p:clrMapOvr>
  <p:transition>
    <p:pull dir="d"/>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lvl1pPr>
              <a:defRPr/>
            </a:lvl1pPr>
          </a:lstStyle>
          <a:p>
            <a:fld id="{B57CFD8C-ACD1-410D-AB23-CC8447EFD649}" type="slidenum">
              <a:rPr lang="en-US" smtClean="0"/>
              <a:t>‹#›</a:t>
            </a:fld>
            <a:endParaRPr lang="en-US"/>
          </a:p>
        </p:txBody>
      </p:sp>
    </p:spTree>
  </p:cSld>
  <p:clrMapOvr>
    <a:masterClrMapping/>
  </p:clrMapOvr>
  <p:transition>
    <p:pull dir="d"/>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lvl1pPr>
              <a:defRPr/>
            </a:lvl1pPr>
          </a:lstStyle>
          <a:p>
            <a:fld id="{B57CFD8C-ACD1-410D-AB23-CC8447EFD649}" type="slidenum">
              <a:rPr lang="en-US" smtClean="0"/>
              <a:t>‹#›</a:t>
            </a:fld>
            <a:endParaRPr lang="en-US"/>
          </a:p>
        </p:txBody>
      </p:sp>
    </p:spTree>
  </p:cSld>
  <p:clrMapOvr>
    <a:masterClrMapping/>
  </p:clrMapOvr>
  <p:transition>
    <p:pull dir="d"/>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4"/>
          <p:cNvSpPr>
            <a:spLocks noGrp="1"/>
          </p:cNvSpPr>
          <p:nvPr>
            <p:ph type="sldNum" sz="quarter" idx="10"/>
          </p:nvPr>
        </p:nvSpPr>
        <p:spPr/>
        <p:txBody>
          <a:bodyPr/>
          <a:lstStyle>
            <a:lvl1pPr>
              <a:defRPr/>
            </a:lvl1pPr>
          </a:lstStyle>
          <a:p>
            <a:fld id="{B57CFD8C-ACD1-410D-AB23-CC8447EFD649}" type="slidenum">
              <a:rPr lang="en-US" smtClean="0"/>
              <a:t>‹#›</a:t>
            </a:fld>
            <a:endParaRPr lang="en-US"/>
          </a:p>
        </p:txBody>
      </p:sp>
    </p:spTree>
  </p:cSld>
  <p:clrMapOvr>
    <a:masterClrMapping/>
  </p:clrMapOvr>
  <p:transition>
    <p:pull dir="d"/>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4"/>
          <p:cNvSpPr>
            <a:spLocks noGrp="1"/>
          </p:cNvSpPr>
          <p:nvPr>
            <p:ph type="sldNum" sz="quarter" idx="10"/>
          </p:nvPr>
        </p:nvSpPr>
        <p:spPr/>
        <p:txBody>
          <a:bodyPr/>
          <a:lstStyle>
            <a:lvl1pPr>
              <a:defRPr/>
            </a:lvl1pPr>
          </a:lstStyle>
          <a:p>
            <a:fld id="{B57CFD8C-ACD1-410D-AB23-CC8447EFD649}" type="slidenum">
              <a:rPr lang="en-US" smtClean="0"/>
              <a:t>‹#›</a:t>
            </a:fld>
            <a:endParaRPr lang="en-US"/>
          </a:p>
        </p:txBody>
      </p:sp>
    </p:spTree>
  </p:cSld>
  <p:clrMapOvr>
    <a:masterClrMapping/>
  </p:clrMapOvr>
  <p:transition>
    <p:pull dir="d"/>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p:cNvSpPr>
            <a:spLocks noGrp="1"/>
          </p:cNvSpPr>
          <p:nvPr>
            <p:ph type="sldNum" sz="quarter" idx="10"/>
          </p:nvPr>
        </p:nvSpPr>
        <p:spPr/>
        <p:txBody>
          <a:bodyPr/>
          <a:lstStyle>
            <a:lvl1pPr>
              <a:defRPr/>
            </a:lvl1pPr>
          </a:lstStyle>
          <a:p>
            <a:fld id="{B57CFD8C-ACD1-410D-AB23-CC8447EFD649}" type="slidenum">
              <a:rPr lang="en-US" smtClean="0"/>
              <a:t>‹#›</a:t>
            </a:fld>
            <a:endParaRPr lang="en-US"/>
          </a:p>
        </p:txBody>
      </p:sp>
    </p:spTree>
  </p:cSld>
  <p:clrMapOvr>
    <a:masterClrMapping/>
  </p:clrMapOvr>
  <p:transition>
    <p:pull dir="d"/>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0"/>
            <a:ext cx="2286000" cy="6858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0" y="0"/>
            <a:ext cx="6705600" cy="6858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p:cNvSpPr>
            <a:spLocks noGrp="1"/>
          </p:cNvSpPr>
          <p:nvPr>
            <p:ph type="sldNum" sz="quarter" idx="10"/>
          </p:nvPr>
        </p:nvSpPr>
        <p:spPr/>
        <p:txBody>
          <a:bodyPr/>
          <a:lstStyle>
            <a:lvl1pPr>
              <a:defRPr/>
            </a:lvl1pPr>
          </a:lstStyle>
          <a:p>
            <a:fld id="{B57CFD8C-ACD1-410D-AB23-CC8447EFD649}" type="slidenum">
              <a:rPr lang="en-US" smtClean="0"/>
              <a:t>‹#›</a:t>
            </a:fld>
            <a:endParaRPr lang="en-US"/>
          </a:p>
        </p:txBody>
      </p:sp>
    </p:spTree>
  </p:cSld>
  <p:clrMapOvr>
    <a:masterClrMapping/>
  </p:clrMapOvr>
  <p:transition>
    <p:pull dir="d"/>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a:outerShdw dist="107763" dir="2700000" algn="ctr" rotWithShape="0">
            <a:srgbClr val="000000"/>
          </a:outerShdw>
        </a:effectLst>
      </p:bgPr>
    </p:bg>
    <p:spTree>
      <p:nvGrpSpPr>
        <p:cNvPr id="1" name=""/>
        <p:cNvGrpSpPr/>
        <p:nvPr/>
      </p:nvGrpSpPr>
      <p:grpSpPr>
        <a:xfrm>
          <a:off x="0" y="0"/>
          <a:ext cx="0" cy="0"/>
          <a:chOff x="0" y="0"/>
          <a:chExt cx="0" cy="0"/>
        </a:xfrm>
      </p:grpSpPr>
      <p:grpSp>
        <p:nvGrpSpPr>
          <p:cNvPr id="2" name="Group 2"/>
          <p:cNvGrpSpPr>
            <a:grpSpLocks/>
          </p:cNvGrpSpPr>
          <p:nvPr/>
        </p:nvGrpSpPr>
        <p:grpSpPr bwMode="auto">
          <a:xfrm>
            <a:off x="0" y="0"/>
            <a:ext cx="9144000" cy="6858000"/>
            <a:chOff x="0" y="0"/>
            <a:chExt cx="5760" cy="4320"/>
          </a:xfrm>
        </p:grpSpPr>
        <p:sp>
          <p:nvSpPr>
            <p:cNvPr id="8195" name="Rectangle 3"/>
            <p:cNvSpPr>
              <a:spLocks noChangeArrowheads="1"/>
            </p:cNvSpPr>
            <p:nvPr/>
          </p:nvSpPr>
          <p:spPr bwMode="hidden">
            <a:xfrm>
              <a:off x="0" y="0"/>
              <a:ext cx="5760" cy="535"/>
            </a:xfrm>
            <a:prstGeom prst="rect">
              <a:avLst/>
            </a:prstGeom>
            <a:gradFill rotWithShape="0">
              <a:gsLst>
                <a:gs pos="0">
                  <a:schemeClr val="folHlink"/>
                </a:gs>
                <a:gs pos="100000">
                  <a:schemeClr val="bg1"/>
                </a:gs>
              </a:gsLst>
              <a:lin ang="5400000" scaled="1"/>
            </a:gradFill>
            <a:ln w="9525">
              <a:noFill/>
              <a:miter lim="800000"/>
              <a:headEnd/>
              <a:tailEnd/>
            </a:ln>
            <a:effectLst/>
          </p:spPr>
          <p:txBody>
            <a:bodyPr wrap="none" anchor="ctr"/>
            <a:lstStyle/>
            <a:p>
              <a:endParaRPr lang="en-US"/>
            </a:p>
          </p:txBody>
        </p:sp>
        <p:sp>
          <p:nvSpPr>
            <p:cNvPr id="8196" name="Rectangle 4"/>
            <p:cNvSpPr>
              <a:spLocks noChangeArrowheads="1"/>
            </p:cNvSpPr>
            <p:nvPr/>
          </p:nvSpPr>
          <p:spPr bwMode="hidden">
            <a:xfrm>
              <a:off x="0" y="3147"/>
              <a:ext cx="5760" cy="1173"/>
            </a:xfrm>
            <a:prstGeom prst="rect">
              <a:avLst/>
            </a:prstGeom>
            <a:gradFill rotWithShape="0">
              <a:gsLst>
                <a:gs pos="0">
                  <a:schemeClr val="bg1"/>
                </a:gs>
                <a:gs pos="100000">
                  <a:schemeClr val="folHlink"/>
                </a:gs>
              </a:gsLst>
              <a:lin ang="5400000" scaled="1"/>
            </a:gradFill>
            <a:ln w="9525">
              <a:noFill/>
              <a:miter lim="800000"/>
              <a:headEnd/>
              <a:tailEnd/>
            </a:ln>
          </p:spPr>
          <p:txBody>
            <a:bodyPr wrap="none" anchor="ctr"/>
            <a:lstStyle/>
            <a:p>
              <a:endParaRPr lang="en-US"/>
            </a:p>
          </p:txBody>
        </p:sp>
      </p:grpSp>
      <p:sp>
        <p:nvSpPr>
          <p:cNvPr id="8197" name="Rectangle 5"/>
          <p:cNvSpPr>
            <a:spLocks noGrp="1" noChangeArrowheads="1"/>
          </p:cNvSpPr>
          <p:nvPr>
            <p:ph type="ctrTitle"/>
          </p:nvPr>
        </p:nvSpPr>
        <p:spPr>
          <a:xfrm>
            <a:off x="304800" y="946150"/>
            <a:ext cx="8534400" cy="1778000"/>
          </a:xfrm>
          <a:noFill/>
        </p:spPr>
        <p:txBody>
          <a:bodyPr lIns="91432" rIns="91432" anchor="b"/>
          <a:lstStyle>
            <a:lvl1pPr>
              <a:defRPr>
                <a:solidFill>
                  <a:schemeClr val="tx1"/>
                </a:solidFill>
                <a:effectLst>
                  <a:outerShdw blurRad="38100" dist="38100" dir="2700000" algn="tl">
                    <a:srgbClr val="C0C0C0"/>
                  </a:outerShdw>
                </a:effectLst>
              </a:defRPr>
            </a:lvl1pPr>
          </a:lstStyle>
          <a:p>
            <a:r>
              <a:rPr lang="en-US" altLang="en-US"/>
              <a:t>Click to edit Master title style</a:t>
            </a:r>
          </a:p>
        </p:txBody>
      </p:sp>
      <p:sp>
        <p:nvSpPr>
          <p:cNvPr id="8198" name="Rectangle 6"/>
          <p:cNvSpPr>
            <a:spLocks noGrp="1" noChangeArrowheads="1"/>
          </p:cNvSpPr>
          <p:nvPr>
            <p:ph type="subTitle" idx="1"/>
          </p:nvPr>
        </p:nvSpPr>
        <p:spPr>
          <a:xfrm>
            <a:off x="381000" y="3524250"/>
            <a:ext cx="8458200" cy="2587625"/>
          </a:xfrm>
        </p:spPr>
        <p:txBody>
          <a:bodyPr lIns="91432" tIns="45716" rIns="91432" bIns="45716"/>
          <a:lstStyle>
            <a:lvl1pPr marL="0" indent="0" algn="ctr">
              <a:buFont typeface="Wingdings 2" pitchFamily="18" charset="2"/>
              <a:buNone/>
              <a:defRPr/>
            </a:lvl1pPr>
          </a:lstStyle>
          <a:p>
            <a:r>
              <a:rPr lang="en-US" altLang="en-US"/>
              <a:t>Click to edit Master subtitle style</a:t>
            </a:r>
          </a:p>
        </p:txBody>
      </p:sp>
      <p:sp>
        <p:nvSpPr>
          <p:cNvPr id="8199" name="Rectangle 7"/>
          <p:cNvSpPr>
            <a:spLocks noGrp="1" noChangeArrowheads="1"/>
          </p:cNvSpPr>
          <p:nvPr>
            <p:ph type="dt" sz="half" idx="2"/>
          </p:nvPr>
        </p:nvSpPr>
        <p:spPr bwMode="auto">
          <a:xfrm>
            <a:off x="1295400" y="6248400"/>
            <a:ext cx="1905000" cy="457200"/>
          </a:xfrm>
          <a:prstGeom prst="rect">
            <a:avLst/>
          </a:prstGeom>
          <a:noFill/>
          <a:ln>
            <a:miter lim="800000"/>
            <a:headEnd/>
            <a:tailEnd/>
          </a:ln>
        </p:spPr>
        <p:txBody>
          <a:bodyPr vert="horz" wrap="square" lIns="91432" tIns="45716" rIns="91432" bIns="45716" numCol="1" anchor="t" anchorCtr="0" compatLnSpc="1">
            <a:prstTxWarp prst="textNoShape">
              <a:avLst/>
            </a:prstTxWarp>
          </a:bodyPr>
          <a:lstStyle>
            <a:lvl1pPr>
              <a:spcBef>
                <a:spcPct val="50000"/>
              </a:spcBef>
              <a:defRPr sz="1400">
                <a:solidFill>
                  <a:srgbClr val="FFFFFF"/>
                </a:solidFill>
                <a:effectLst/>
                <a:latin typeface="Arial Narrow" pitchFamily="34" charset="0"/>
              </a:defRPr>
            </a:lvl1pPr>
          </a:lstStyle>
          <a:p>
            <a:endParaRPr lang="en-US" altLang="en-US"/>
          </a:p>
        </p:txBody>
      </p:sp>
      <p:sp>
        <p:nvSpPr>
          <p:cNvPr id="8200" name="Rectangle 8"/>
          <p:cNvSpPr>
            <a:spLocks noGrp="1" noChangeArrowheads="1"/>
          </p:cNvSpPr>
          <p:nvPr>
            <p:ph type="ftr" sz="quarter" idx="3"/>
          </p:nvPr>
        </p:nvSpPr>
        <p:spPr bwMode="auto">
          <a:xfrm>
            <a:off x="3733800" y="6248400"/>
            <a:ext cx="2895600" cy="457200"/>
          </a:xfrm>
          <a:prstGeom prst="rect">
            <a:avLst/>
          </a:prstGeom>
          <a:noFill/>
          <a:ln>
            <a:miter lim="800000"/>
            <a:headEnd/>
            <a:tailEnd/>
          </a:ln>
        </p:spPr>
        <p:txBody>
          <a:bodyPr vert="horz" wrap="square" lIns="91432" tIns="45716" rIns="91432" bIns="45716" numCol="1" anchor="t" anchorCtr="0" compatLnSpc="1">
            <a:prstTxWarp prst="textNoShape">
              <a:avLst/>
            </a:prstTxWarp>
          </a:bodyPr>
          <a:lstStyle>
            <a:lvl1pPr algn="ctr">
              <a:spcBef>
                <a:spcPct val="50000"/>
              </a:spcBef>
              <a:defRPr sz="1400">
                <a:solidFill>
                  <a:srgbClr val="FFFFFF"/>
                </a:solidFill>
                <a:effectLst/>
                <a:latin typeface="Arial Narrow" pitchFamily="34" charset="0"/>
              </a:defRPr>
            </a:lvl1pPr>
          </a:lstStyle>
          <a:p>
            <a:endParaRPr lang="en-US" altLang="en-US"/>
          </a:p>
        </p:txBody>
      </p:sp>
      <p:sp>
        <p:nvSpPr>
          <p:cNvPr id="8201" name="Rectangle 9"/>
          <p:cNvSpPr>
            <a:spLocks noGrp="1" noChangeArrowheads="1"/>
          </p:cNvSpPr>
          <p:nvPr>
            <p:ph type="sldNum" sz="quarter" idx="4"/>
          </p:nvPr>
        </p:nvSpPr>
        <p:spPr>
          <a:xfrm>
            <a:off x="0" y="6400800"/>
            <a:ext cx="457200" cy="381000"/>
          </a:xfrm>
        </p:spPr>
        <p:txBody>
          <a:bodyPr/>
          <a:lstStyle>
            <a:lvl1pPr>
              <a:defRPr>
                <a:solidFill>
                  <a:srgbClr val="FFFFFF"/>
                </a:solidFill>
              </a:defRPr>
            </a:lvl1pPr>
          </a:lstStyle>
          <a:p>
            <a:fld id="{BC36DADB-412D-4242-937B-229EF4B965DB}" type="slidenum">
              <a:rPr lang="en-US" altLang="en-US"/>
              <a:pPr/>
              <a:t>‹#›</a:t>
            </a:fld>
            <a:endParaRPr lang="en-US" altLang="en-US"/>
          </a:p>
        </p:txBody>
      </p:sp>
      <p:sp>
        <p:nvSpPr>
          <p:cNvPr id="8202" name="AutoShape 10"/>
          <p:cNvSpPr>
            <a:spLocks noChangeArrowheads="1"/>
          </p:cNvSpPr>
          <p:nvPr/>
        </p:nvSpPr>
        <p:spPr bwMode="auto">
          <a:xfrm flipH="1">
            <a:off x="381000" y="2949575"/>
            <a:ext cx="8763000" cy="430213"/>
          </a:xfrm>
          <a:prstGeom prst="homePlate">
            <a:avLst>
              <a:gd name="adj" fmla="val 0"/>
            </a:avLst>
          </a:prstGeom>
          <a:gradFill rotWithShape="0">
            <a:gsLst>
              <a:gs pos="0">
                <a:schemeClr val="bg2"/>
              </a:gs>
              <a:gs pos="50000">
                <a:schemeClr val="folHlink"/>
              </a:gs>
              <a:gs pos="100000">
                <a:schemeClr val="bg2"/>
              </a:gs>
            </a:gsLst>
            <a:lin ang="5400000" scaled="1"/>
          </a:gradFill>
          <a:ln w="9525">
            <a:noFill/>
            <a:miter lim="800000"/>
            <a:headEnd/>
            <a:tailEnd/>
          </a:ln>
          <a:effectLst/>
        </p:spPr>
        <p:txBody>
          <a:bodyPr wrap="none" anchor="ctr"/>
          <a:lstStyle/>
          <a:p>
            <a:endParaRPr lang="en-US"/>
          </a:p>
        </p:txBody>
      </p:sp>
    </p:spTree>
  </p:cSld>
  <p:clrMapOvr>
    <a:masterClrMapping/>
  </p:clrMapOvr>
  <p:transition>
    <p:pull dir="d"/>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p:cNvSpPr>
            <a:spLocks noGrp="1"/>
          </p:cNvSpPr>
          <p:nvPr>
            <p:ph type="sldNum" sz="quarter" idx="10"/>
          </p:nvPr>
        </p:nvSpPr>
        <p:spPr/>
        <p:txBody>
          <a:bodyPr/>
          <a:lstStyle>
            <a:lvl1pPr>
              <a:defRPr/>
            </a:lvl1pPr>
          </a:lstStyle>
          <a:p>
            <a:fld id="{CBD2EAFC-CC04-47FB-86B5-B4832FA4A877}" type="slidenum">
              <a:rPr lang="en-US" altLang="en-US"/>
              <a:pPr/>
              <a:t>‹#›</a:t>
            </a:fld>
            <a:endParaRPr lang="en-US" altLang="en-US"/>
          </a:p>
        </p:txBody>
      </p:sp>
    </p:spTree>
  </p:cSld>
  <p:clrMapOvr>
    <a:masterClrMapping/>
  </p:clrMapOvr>
  <p:transition>
    <p:pull dir="d"/>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Slide Number Placeholder 3"/>
          <p:cNvSpPr>
            <a:spLocks noGrp="1"/>
          </p:cNvSpPr>
          <p:nvPr>
            <p:ph type="sldNum" sz="quarter" idx="10"/>
          </p:nvPr>
        </p:nvSpPr>
        <p:spPr/>
        <p:txBody>
          <a:bodyPr/>
          <a:lstStyle>
            <a:lvl1pPr>
              <a:defRPr/>
            </a:lvl1pPr>
          </a:lstStyle>
          <a:p>
            <a:fld id="{46E2055D-A15E-4369-9ECD-8CF0CB70D663}" type="slidenum">
              <a:rPr lang="en-US" altLang="en-US"/>
              <a:pPr/>
              <a:t>‹#›</a:t>
            </a:fld>
            <a:endParaRPr lang="en-US" altLang="en-US"/>
          </a:p>
        </p:txBody>
      </p:sp>
    </p:spTree>
  </p:cSld>
  <p:clrMapOvr>
    <a:masterClrMapping/>
  </p:clrMapOvr>
  <p:transition>
    <p:pull dir="d"/>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0" y="708025"/>
            <a:ext cx="4495800" cy="6149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708025"/>
            <a:ext cx="4495800" cy="6149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p:cNvSpPr>
            <a:spLocks noGrp="1"/>
          </p:cNvSpPr>
          <p:nvPr>
            <p:ph type="sldNum" sz="quarter" idx="10"/>
          </p:nvPr>
        </p:nvSpPr>
        <p:spPr/>
        <p:txBody>
          <a:bodyPr/>
          <a:lstStyle>
            <a:lvl1pPr>
              <a:defRPr/>
            </a:lvl1pPr>
          </a:lstStyle>
          <a:p>
            <a:fld id="{7252CA93-783D-4B6D-AFD9-0856B0C2ECAB}" type="slidenum">
              <a:rPr lang="en-US" altLang="en-US"/>
              <a:pPr/>
              <a:t>‹#›</a:t>
            </a:fld>
            <a:endParaRPr lang="en-US" altLang="en-US"/>
          </a:p>
        </p:txBody>
      </p:sp>
    </p:spTree>
  </p:cSld>
  <p:clrMapOvr>
    <a:masterClrMapping/>
  </p:clrMapOvr>
  <p:transition>
    <p:pull dir="d"/>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0"/>
          </p:nvPr>
        </p:nvSpPr>
        <p:spPr/>
        <p:txBody>
          <a:bodyPr/>
          <a:lstStyle>
            <a:lvl1pPr>
              <a:defRPr/>
            </a:lvl1pPr>
          </a:lstStyle>
          <a:p>
            <a:fld id="{6286AFEE-10C9-47BA-B7E0-F064ECFCB481}" type="slidenum">
              <a:rPr lang="en-US" altLang="en-US"/>
              <a:pPr/>
              <a:t>‹#›</a:t>
            </a:fld>
            <a:endParaRPr lang="en-US" altLang="en-US"/>
          </a:p>
        </p:txBody>
      </p:sp>
    </p:spTree>
  </p:cSld>
  <p:clrMapOvr>
    <a:masterClrMapping/>
  </p:clrMapOvr>
  <p:transition>
    <p:pull dir="d"/>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lvl1pPr>
              <a:defRPr/>
            </a:lvl1pPr>
          </a:lstStyle>
          <a:p>
            <a:fld id="{F6D13152-F082-4C0C-87B1-109BC39660B2}" type="slidenum">
              <a:rPr lang="en-US" altLang="en-US"/>
              <a:pPr/>
              <a:t>‹#›</a:t>
            </a:fld>
            <a:endParaRPr lang="en-US" altLang="en-US"/>
          </a:p>
        </p:txBody>
      </p:sp>
    </p:spTree>
  </p:cSld>
  <p:clrMapOvr>
    <a:masterClrMapping/>
  </p:clrMapOvr>
  <p:transition>
    <p:pull dir="d"/>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lvl1pPr>
              <a:defRPr/>
            </a:lvl1pPr>
          </a:lstStyle>
          <a:p>
            <a:fld id="{1A8394F8-DB79-446D-B563-67B78F28FA6C}" type="slidenum">
              <a:rPr lang="en-US" altLang="en-US"/>
              <a:pPr/>
              <a:t>‹#›</a:t>
            </a:fld>
            <a:endParaRPr lang="en-US" altLang="en-US"/>
          </a:p>
        </p:txBody>
      </p:sp>
    </p:spTree>
  </p:cSld>
  <p:clrMapOvr>
    <a:masterClrMapping/>
  </p:clrMapOvr>
  <p:transition>
    <p:pull dir="d"/>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4"/>
          <p:cNvSpPr>
            <a:spLocks noGrp="1"/>
          </p:cNvSpPr>
          <p:nvPr>
            <p:ph type="sldNum" sz="quarter" idx="10"/>
          </p:nvPr>
        </p:nvSpPr>
        <p:spPr/>
        <p:txBody>
          <a:bodyPr/>
          <a:lstStyle>
            <a:lvl1pPr>
              <a:defRPr/>
            </a:lvl1pPr>
          </a:lstStyle>
          <a:p>
            <a:fld id="{DCA0D9BB-2282-4320-AADB-A03BD398C01D}" type="slidenum">
              <a:rPr lang="en-US" altLang="en-US"/>
              <a:pPr/>
              <a:t>‹#›</a:t>
            </a:fld>
            <a:endParaRPr lang="en-US" altLang="en-US"/>
          </a:p>
        </p:txBody>
      </p:sp>
    </p:spTree>
  </p:cSld>
  <p:clrMapOvr>
    <a:masterClrMapping/>
  </p:clrMapOvr>
  <p:transition>
    <p:pull dir="d"/>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4"/>
          <p:cNvSpPr>
            <a:spLocks noGrp="1"/>
          </p:cNvSpPr>
          <p:nvPr>
            <p:ph type="sldNum" sz="quarter" idx="10"/>
          </p:nvPr>
        </p:nvSpPr>
        <p:spPr/>
        <p:txBody>
          <a:bodyPr/>
          <a:lstStyle>
            <a:lvl1pPr>
              <a:defRPr/>
            </a:lvl1pPr>
          </a:lstStyle>
          <a:p>
            <a:fld id="{D7DEB339-A9AC-4B3D-835A-927282C04398}" type="slidenum">
              <a:rPr lang="en-US" altLang="en-US"/>
              <a:pPr/>
              <a:t>‹#›</a:t>
            </a:fld>
            <a:endParaRPr lang="en-US" altLang="en-US"/>
          </a:p>
        </p:txBody>
      </p:sp>
    </p:spTree>
  </p:cSld>
  <p:clrMapOvr>
    <a:masterClrMapping/>
  </p:clrMapOvr>
  <p:transition>
    <p:pull dir="d"/>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p:cNvSpPr>
            <a:spLocks noGrp="1"/>
          </p:cNvSpPr>
          <p:nvPr>
            <p:ph type="sldNum" sz="quarter" idx="10"/>
          </p:nvPr>
        </p:nvSpPr>
        <p:spPr/>
        <p:txBody>
          <a:bodyPr/>
          <a:lstStyle>
            <a:lvl1pPr>
              <a:defRPr/>
            </a:lvl1pPr>
          </a:lstStyle>
          <a:p>
            <a:fld id="{F11832C8-5B68-48E3-8121-EC79DCE73450}" type="slidenum">
              <a:rPr lang="en-US" altLang="en-US"/>
              <a:pPr/>
              <a:t>‹#›</a:t>
            </a:fld>
            <a:endParaRPr lang="en-US" altLang="en-US"/>
          </a:p>
        </p:txBody>
      </p:sp>
    </p:spTree>
  </p:cSld>
  <p:clrMapOvr>
    <a:masterClrMapping/>
  </p:clrMapOvr>
  <p:transition>
    <p:pull dir="d"/>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0"/>
            <a:ext cx="2286000" cy="6858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0" y="0"/>
            <a:ext cx="6705600" cy="6858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p:cNvSpPr>
            <a:spLocks noGrp="1"/>
          </p:cNvSpPr>
          <p:nvPr>
            <p:ph type="sldNum" sz="quarter" idx="10"/>
          </p:nvPr>
        </p:nvSpPr>
        <p:spPr/>
        <p:txBody>
          <a:bodyPr/>
          <a:lstStyle>
            <a:lvl1pPr>
              <a:defRPr/>
            </a:lvl1pPr>
          </a:lstStyle>
          <a:p>
            <a:fld id="{2DEE8B67-D7AE-4D98-BEB5-833ADFF82606}" type="slidenum">
              <a:rPr lang="en-US" altLang="en-US"/>
              <a:pPr/>
              <a:t>‹#›</a:t>
            </a:fld>
            <a:endParaRPr lang="en-US" altLang="en-US"/>
          </a:p>
        </p:txBody>
      </p:sp>
    </p:spTree>
  </p:cSld>
  <p:clrMapOvr>
    <a:masterClrMapping/>
  </p:clrMapOvr>
  <p:transition>
    <p:pull dir="d"/>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a:outerShdw dist="107763" dir="2700000" algn="ctr" rotWithShape="0">
            <a:srgbClr val="000000"/>
          </a:outerShdw>
        </a:effectLst>
      </p:bgPr>
    </p:bg>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bwMode="auto">
          <a:xfrm>
            <a:off x="0" y="0"/>
            <a:ext cx="9144000" cy="701675"/>
          </a:xfrm>
          <a:prstGeom prst="rect">
            <a:avLst/>
          </a:prstGeom>
          <a:solidFill>
            <a:schemeClr val="tx1"/>
          </a:solidFill>
          <a:ln w="9525">
            <a:noFill/>
            <a:miter lim="800000"/>
            <a:headEnd/>
            <a:tailEnd/>
          </a:ln>
        </p:spPr>
        <p:txBody>
          <a:bodyPr vert="horz" wrap="square" lIns="182863" tIns="45716" rIns="182863" bIns="45716" numCol="1" anchor="t" anchorCtr="0" compatLnSpc="1">
            <a:prstTxWarp prst="textNoShape">
              <a:avLst/>
            </a:prstTxWarp>
            <a:spAutoFit/>
          </a:bodyPr>
          <a:lstStyle/>
          <a:p>
            <a:pPr lvl="0"/>
            <a:r>
              <a:rPr lang="en-US" altLang="en-US"/>
              <a:t>Click to edit Master title style</a:t>
            </a:r>
          </a:p>
        </p:txBody>
      </p:sp>
      <p:sp>
        <p:nvSpPr>
          <p:cNvPr id="4099" name="Rectangle 3"/>
          <p:cNvSpPr>
            <a:spLocks noGrp="1" noChangeArrowheads="1"/>
          </p:cNvSpPr>
          <p:nvPr>
            <p:ph type="body" idx="1"/>
          </p:nvPr>
        </p:nvSpPr>
        <p:spPr bwMode="auto">
          <a:xfrm>
            <a:off x="0" y="708025"/>
            <a:ext cx="9144000" cy="6149975"/>
          </a:xfrm>
          <a:prstGeom prst="rect">
            <a:avLst/>
          </a:prstGeom>
          <a:noFill/>
          <a:ln w="9525">
            <a:noFill/>
            <a:miter lim="800000"/>
            <a:headEnd/>
            <a:tailEnd/>
          </a:ln>
        </p:spPr>
        <p:txBody>
          <a:bodyPr vert="horz" wrap="square" lIns="182863" tIns="137148" rIns="182863" bIns="13714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100" name="Rectangle 4"/>
          <p:cNvSpPr>
            <a:spLocks noGrp="1" noChangeArrowheads="1"/>
          </p:cNvSpPr>
          <p:nvPr>
            <p:ph type="sldNum" sz="quarter" idx="4"/>
          </p:nvPr>
        </p:nvSpPr>
        <p:spPr bwMode="auto">
          <a:xfrm>
            <a:off x="8686800" y="6477000"/>
            <a:ext cx="381000" cy="304800"/>
          </a:xfrm>
          <a:prstGeom prst="rect">
            <a:avLst/>
          </a:prstGeom>
          <a:noFill/>
          <a:ln w="9525">
            <a:noFill/>
            <a:miter lim="800000"/>
            <a:headEnd/>
            <a:tailEnd/>
          </a:ln>
        </p:spPr>
        <p:txBody>
          <a:bodyPr vert="horz" wrap="square" lIns="91432" tIns="45716" rIns="91432" bIns="45716" numCol="1" anchor="t" anchorCtr="0" compatLnSpc="1">
            <a:prstTxWarp prst="textNoShape">
              <a:avLst/>
            </a:prstTxWarp>
          </a:bodyPr>
          <a:lstStyle>
            <a:lvl1pPr algn="r">
              <a:spcBef>
                <a:spcPct val="50000"/>
              </a:spcBef>
              <a:defRPr sz="1400">
                <a:effectLst/>
                <a:latin typeface="Arial Narrow" pitchFamily="34" charset="0"/>
              </a:defRPr>
            </a:lvl1pPr>
          </a:lstStyle>
          <a:p>
            <a:fld id="{B57CFD8C-ACD1-410D-AB23-CC8447EFD649}" type="slidenum">
              <a:rPr lang="en-US" smtClean="0"/>
              <a:t>‹#›</a:t>
            </a:fld>
            <a:endParaRPr lang="en-US"/>
          </a:p>
        </p:txBody>
      </p:sp>
      <p:sp>
        <p:nvSpPr>
          <p:cNvPr id="4101" name="Rectangle 5"/>
          <p:cNvSpPr>
            <a:spLocks noChangeArrowheads="1"/>
          </p:cNvSpPr>
          <p:nvPr/>
        </p:nvSpPr>
        <p:spPr bwMode="auto">
          <a:xfrm>
            <a:off x="463550" y="1812925"/>
            <a:ext cx="190500" cy="4678363"/>
          </a:xfrm>
          <a:prstGeom prst="rect">
            <a:avLst/>
          </a:prstGeom>
          <a:noFill/>
          <a:ln w="9525">
            <a:noFill/>
            <a:miter lim="800000"/>
            <a:headEnd/>
            <a:tailEnd/>
          </a:ln>
        </p:spPr>
        <p:txBody>
          <a:bodyPr wrap="none" anchor="ctr"/>
          <a:lstStyle/>
          <a:p>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p:pull dir="d"/>
  </p:transition>
  <p:txStyles>
    <p:titleStyle>
      <a:lvl1pPr algn="l" rtl="0" eaLnBrk="1" fontAlgn="base" hangingPunct="1">
        <a:spcBef>
          <a:spcPct val="0"/>
        </a:spcBef>
        <a:spcAft>
          <a:spcPct val="0"/>
        </a:spcAft>
        <a:defRPr kumimoji="1" sz="4000">
          <a:solidFill>
            <a:schemeClr val="tx2"/>
          </a:solidFill>
          <a:effectLst>
            <a:outerShdw blurRad="38100" dist="38100" dir="2700000" algn="tl">
              <a:srgbClr val="000000"/>
            </a:outerShdw>
          </a:effectLst>
          <a:latin typeface="+mj-lt"/>
          <a:ea typeface="+mj-ea"/>
          <a:cs typeface="+mj-cs"/>
        </a:defRPr>
      </a:lvl1pPr>
      <a:lvl2pPr algn="l" rtl="0" eaLnBrk="1" fontAlgn="base" hangingPunct="1">
        <a:spcBef>
          <a:spcPct val="0"/>
        </a:spcBef>
        <a:spcAft>
          <a:spcPct val="0"/>
        </a:spcAft>
        <a:defRPr kumimoji="1" sz="4000">
          <a:solidFill>
            <a:schemeClr val="tx2"/>
          </a:solidFill>
          <a:effectLst>
            <a:outerShdw blurRad="38100" dist="38100" dir="2700000" algn="tl">
              <a:srgbClr val="000000"/>
            </a:outerShdw>
          </a:effectLst>
          <a:latin typeface="Tahoma" pitchFamily="34" charset="0"/>
        </a:defRPr>
      </a:lvl2pPr>
      <a:lvl3pPr algn="l" rtl="0" eaLnBrk="1" fontAlgn="base" hangingPunct="1">
        <a:spcBef>
          <a:spcPct val="0"/>
        </a:spcBef>
        <a:spcAft>
          <a:spcPct val="0"/>
        </a:spcAft>
        <a:defRPr kumimoji="1" sz="4000">
          <a:solidFill>
            <a:schemeClr val="tx2"/>
          </a:solidFill>
          <a:effectLst>
            <a:outerShdw blurRad="38100" dist="38100" dir="2700000" algn="tl">
              <a:srgbClr val="000000"/>
            </a:outerShdw>
          </a:effectLst>
          <a:latin typeface="Tahoma" pitchFamily="34" charset="0"/>
        </a:defRPr>
      </a:lvl3pPr>
      <a:lvl4pPr algn="l" rtl="0" eaLnBrk="1" fontAlgn="base" hangingPunct="1">
        <a:spcBef>
          <a:spcPct val="0"/>
        </a:spcBef>
        <a:spcAft>
          <a:spcPct val="0"/>
        </a:spcAft>
        <a:defRPr kumimoji="1" sz="4000">
          <a:solidFill>
            <a:schemeClr val="tx2"/>
          </a:solidFill>
          <a:effectLst>
            <a:outerShdw blurRad="38100" dist="38100" dir="2700000" algn="tl">
              <a:srgbClr val="000000"/>
            </a:outerShdw>
          </a:effectLst>
          <a:latin typeface="Tahoma" pitchFamily="34" charset="0"/>
        </a:defRPr>
      </a:lvl4pPr>
      <a:lvl5pPr algn="l" rtl="0" eaLnBrk="1" fontAlgn="base" hangingPunct="1">
        <a:spcBef>
          <a:spcPct val="0"/>
        </a:spcBef>
        <a:spcAft>
          <a:spcPct val="0"/>
        </a:spcAft>
        <a:defRPr kumimoji="1" sz="4000">
          <a:solidFill>
            <a:schemeClr val="tx2"/>
          </a:solidFill>
          <a:effectLst>
            <a:outerShdw blurRad="38100" dist="38100" dir="2700000" algn="tl">
              <a:srgbClr val="000000"/>
            </a:outerShdw>
          </a:effectLst>
          <a:latin typeface="Tahoma" pitchFamily="34" charset="0"/>
        </a:defRPr>
      </a:lvl5pPr>
      <a:lvl6pPr marL="457200" algn="l" rtl="0" eaLnBrk="1" fontAlgn="base" hangingPunct="1">
        <a:spcBef>
          <a:spcPct val="0"/>
        </a:spcBef>
        <a:spcAft>
          <a:spcPct val="0"/>
        </a:spcAft>
        <a:defRPr kumimoji="1" sz="4000">
          <a:solidFill>
            <a:schemeClr val="tx2"/>
          </a:solidFill>
          <a:effectLst>
            <a:outerShdw blurRad="38100" dist="38100" dir="2700000" algn="tl">
              <a:srgbClr val="000000"/>
            </a:outerShdw>
          </a:effectLst>
          <a:latin typeface="Tahoma" pitchFamily="34" charset="0"/>
        </a:defRPr>
      </a:lvl6pPr>
      <a:lvl7pPr marL="914400" algn="l" rtl="0" eaLnBrk="1" fontAlgn="base" hangingPunct="1">
        <a:spcBef>
          <a:spcPct val="0"/>
        </a:spcBef>
        <a:spcAft>
          <a:spcPct val="0"/>
        </a:spcAft>
        <a:defRPr kumimoji="1" sz="4000">
          <a:solidFill>
            <a:schemeClr val="tx2"/>
          </a:solidFill>
          <a:effectLst>
            <a:outerShdw blurRad="38100" dist="38100" dir="2700000" algn="tl">
              <a:srgbClr val="000000"/>
            </a:outerShdw>
          </a:effectLst>
          <a:latin typeface="Tahoma" pitchFamily="34" charset="0"/>
        </a:defRPr>
      </a:lvl7pPr>
      <a:lvl8pPr marL="1371600" algn="l" rtl="0" eaLnBrk="1" fontAlgn="base" hangingPunct="1">
        <a:spcBef>
          <a:spcPct val="0"/>
        </a:spcBef>
        <a:spcAft>
          <a:spcPct val="0"/>
        </a:spcAft>
        <a:defRPr kumimoji="1" sz="4000">
          <a:solidFill>
            <a:schemeClr val="tx2"/>
          </a:solidFill>
          <a:effectLst>
            <a:outerShdw blurRad="38100" dist="38100" dir="2700000" algn="tl">
              <a:srgbClr val="000000"/>
            </a:outerShdw>
          </a:effectLst>
          <a:latin typeface="Tahoma" pitchFamily="34" charset="0"/>
        </a:defRPr>
      </a:lvl8pPr>
      <a:lvl9pPr marL="1828800" algn="l" rtl="0" eaLnBrk="1" fontAlgn="base" hangingPunct="1">
        <a:spcBef>
          <a:spcPct val="0"/>
        </a:spcBef>
        <a:spcAft>
          <a:spcPct val="0"/>
        </a:spcAft>
        <a:defRPr kumimoji="1" sz="4000">
          <a:solidFill>
            <a:schemeClr val="tx2"/>
          </a:solidFill>
          <a:effectLst>
            <a:outerShdw blurRad="38100" dist="38100" dir="2700000" algn="tl">
              <a:srgbClr val="000000"/>
            </a:outerShdw>
          </a:effectLst>
          <a:latin typeface="Tahoma" pitchFamily="34" charset="0"/>
        </a:defRPr>
      </a:lvl9pPr>
    </p:titleStyle>
    <p:bodyStyle>
      <a:lvl1pPr marL="342900" indent="-342900" algn="l" rtl="0" eaLnBrk="1" fontAlgn="base" hangingPunct="1">
        <a:spcBef>
          <a:spcPct val="20000"/>
        </a:spcBef>
        <a:spcAft>
          <a:spcPct val="0"/>
        </a:spcAft>
        <a:buClr>
          <a:schemeClr val="accent1"/>
        </a:buClr>
        <a:buSzPct val="85000"/>
        <a:buFont typeface="Wingdings 2" pitchFamily="18" charset="2"/>
        <a:buChar char="ã"/>
        <a:defRPr kumimoji="1" sz="2800">
          <a:solidFill>
            <a:schemeClr val="accent1"/>
          </a:solidFill>
          <a:effectLst>
            <a:outerShdw blurRad="38100" dist="38100" dir="2700000" algn="tl">
              <a:srgbClr val="C0C0C0"/>
            </a:outerShdw>
          </a:effectLst>
          <a:latin typeface="+mn-lt"/>
          <a:ea typeface="+mn-ea"/>
          <a:cs typeface="+mn-cs"/>
        </a:defRPr>
      </a:lvl1pPr>
      <a:lvl2pPr marL="742950" indent="-285750" algn="l" rtl="0" eaLnBrk="1" fontAlgn="base" hangingPunct="1">
        <a:spcBef>
          <a:spcPct val="20000"/>
        </a:spcBef>
        <a:spcAft>
          <a:spcPct val="0"/>
        </a:spcAft>
        <a:buClr>
          <a:schemeClr val="hlink"/>
        </a:buClr>
        <a:buSzPct val="85000"/>
        <a:buFont typeface="Wingdings" pitchFamily="2" charset="2"/>
        <a:buChar char="l"/>
        <a:defRPr kumimoji="1" sz="2300">
          <a:solidFill>
            <a:schemeClr val="hlink"/>
          </a:solidFill>
          <a:effectLst>
            <a:outerShdw blurRad="38100" dist="38100" dir="2700000" algn="tl">
              <a:srgbClr val="C0C0C0"/>
            </a:outerShdw>
          </a:effectLst>
          <a:latin typeface="+mn-lt"/>
        </a:defRPr>
      </a:lvl2pPr>
      <a:lvl3pPr marL="1143000" indent="-228600" algn="l" rtl="0" eaLnBrk="1" fontAlgn="base" hangingPunct="1">
        <a:spcBef>
          <a:spcPct val="20000"/>
        </a:spcBef>
        <a:spcAft>
          <a:spcPct val="0"/>
        </a:spcAft>
        <a:buClr>
          <a:schemeClr val="tx1"/>
        </a:buClr>
        <a:buFont typeface="Wingdings" pitchFamily="2" charset="2"/>
        <a:buChar char="Ø"/>
        <a:defRPr kumimoji="1" sz="2000">
          <a:solidFill>
            <a:schemeClr val="tx1"/>
          </a:solidFill>
          <a:effectLst>
            <a:outerShdw blurRad="38100" dist="38100" dir="2700000" algn="tl">
              <a:srgbClr val="C0C0C0"/>
            </a:outerShdw>
          </a:effectLst>
          <a:latin typeface="+mn-lt"/>
        </a:defRPr>
      </a:lvl3pPr>
      <a:lvl4pPr marL="1600200" indent="-228600" algn="l" rtl="0" eaLnBrk="1" fontAlgn="base" hangingPunct="1">
        <a:spcBef>
          <a:spcPct val="20000"/>
        </a:spcBef>
        <a:spcAft>
          <a:spcPct val="0"/>
        </a:spcAft>
        <a:buChar char="–"/>
        <a:defRPr kumimoji="1">
          <a:solidFill>
            <a:schemeClr val="tx1"/>
          </a:solidFill>
          <a:effectLst>
            <a:outerShdw blurRad="38100" dist="38100" dir="2700000" algn="tl">
              <a:srgbClr val="C0C0C0"/>
            </a:outerShdw>
          </a:effectLst>
          <a:latin typeface="+mn-lt"/>
        </a:defRPr>
      </a:lvl4pPr>
      <a:lvl5pPr marL="2057400" indent="-228600" algn="l" rtl="0" eaLnBrk="1" fontAlgn="base" hangingPunct="1">
        <a:spcBef>
          <a:spcPct val="20000"/>
        </a:spcBef>
        <a:spcAft>
          <a:spcPct val="0"/>
        </a:spcAft>
        <a:buChar char="»"/>
        <a:defRPr kumimoji="1">
          <a:solidFill>
            <a:schemeClr val="tx1"/>
          </a:solidFill>
          <a:effectLst>
            <a:outerShdw blurRad="38100" dist="38100" dir="2700000" algn="tl">
              <a:srgbClr val="C0C0C0"/>
            </a:outerShdw>
          </a:effectLst>
          <a:latin typeface="+mn-lt"/>
        </a:defRPr>
      </a:lvl5pPr>
      <a:lvl6pPr marL="2514600" indent="-228600" algn="l" rtl="0" eaLnBrk="1" fontAlgn="base" hangingPunct="1">
        <a:spcBef>
          <a:spcPct val="20000"/>
        </a:spcBef>
        <a:spcAft>
          <a:spcPct val="0"/>
        </a:spcAft>
        <a:buChar char="»"/>
        <a:defRPr kumimoji="1">
          <a:solidFill>
            <a:schemeClr val="tx1"/>
          </a:solidFill>
          <a:effectLst>
            <a:outerShdw blurRad="38100" dist="38100" dir="2700000" algn="tl">
              <a:srgbClr val="C0C0C0"/>
            </a:outerShdw>
          </a:effectLst>
          <a:latin typeface="+mn-lt"/>
        </a:defRPr>
      </a:lvl6pPr>
      <a:lvl7pPr marL="2971800" indent="-228600" algn="l" rtl="0" eaLnBrk="1" fontAlgn="base" hangingPunct="1">
        <a:spcBef>
          <a:spcPct val="20000"/>
        </a:spcBef>
        <a:spcAft>
          <a:spcPct val="0"/>
        </a:spcAft>
        <a:buChar char="»"/>
        <a:defRPr kumimoji="1">
          <a:solidFill>
            <a:schemeClr val="tx1"/>
          </a:solidFill>
          <a:effectLst>
            <a:outerShdw blurRad="38100" dist="38100" dir="2700000" algn="tl">
              <a:srgbClr val="C0C0C0"/>
            </a:outerShdw>
          </a:effectLst>
          <a:latin typeface="+mn-lt"/>
        </a:defRPr>
      </a:lvl7pPr>
      <a:lvl8pPr marL="3429000" indent="-228600" algn="l" rtl="0" eaLnBrk="1" fontAlgn="base" hangingPunct="1">
        <a:spcBef>
          <a:spcPct val="20000"/>
        </a:spcBef>
        <a:spcAft>
          <a:spcPct val="0"/>
        </a:spcAft>
        <a:buChar char="»"/>
        <a:defRPr kumimoji="1">
          <a:solidFill>
            <a:schemeClr val="tx1"/>
          </a:solidFill>
          <a:effectLst>
            <a:outerShdw blurRad="38100" dist="38100" dir="2700000" algn="tl">
              <a:srgbClr val="C0C0C0"/>
            </a:outerShdw>
          </a:effectLst>
          <a:latin typeface="+mn-lt"/>
        </a:defRPr>
      </a:lvl8pPr>
      <a:lvl9pPr marL="3886200" indent="-228600" algn="l" rtl="0" eaLnBrk="1" fontAlgn="base" hangingPunct="1">
        <a:spcBef>
          <a:spcPct val="20000"/>
        </a:spcBef>
        <a:spcAft>
          <a:spcPct val="0"/>
        </a:spcAft>
        <a:buChar char="»"/>
        <a:defRPr kumimoji="1">
          <a:solidFill>
            <a:schemeClr val="tx1"/>
          </a:solidFill>
          <a:effectLst>
            <a:outerShdw blurRad="38100" dist="38100" dir="2700000" algn="tl">
              <a:srgbClr val="C0C0C0"/>
            </a:outerShdw>
          </a:effectLst>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a:outerShdw dist="107763" dir="2700000" algn="ctr" rotWithShape="0">
            <a:srgbClr val="000000"/>
          </a:outerShdw>
        </a:effectLst>
      </p:bgPr>
    </p:bg>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bwMode="auto">
          <a:xfrm>
            <a:off x="0" y="0"/>
            <a:ext cx="9144000" cy="701675"/>
          </a:xfrm>
          <a:prstGeom prst="rect">
            <a:avLst/>
          </a:prstGeom>
          <a:solidFill>
            <a:schemeClr val="tx1"/>
          </a:solidFill>
          <a:ln w="9525">
            <a:noFill/>
            <a:miter lim="800000"/>
            <a:headEnd/>
            <a:tailEnd/>
          </a:ln>
        </p:spPr>
        <p:txBody>
          <a:bodyPr vert="horz" wrap="square" lIns="182863" tIns="45716" rIns="182863" bIns="45716" numCol="1" anchor="t" anchorCtr="0" compatLnSpc="1">
            <a:prstTxWarp prst="textNoShape">
              <a:avLst/>
            </a:prstTxWarp>
            <a:spAutoFit/>
          </a:bodyPr>
          <a:lstStyle/>
          <a:p>
            <a:pPr lvl="0"/>
            <a:r>
              <a:rPr lang="en-US" altLang="en-US"/>
              <a:t>Click to edit Master title style</a:t>
            </a:r>
          </a:p>
        </p:txBody>
      </p:sp>
      <p:sp>
        <p:nvSpPr>
          <p:cNvPr id="7171" name="Rectangle 3"/>
          <p:cNvSpPr>
            <a:spLocks noGrp="1" noChangeArrowheads="1"/>
          </p:cNvSpPr>
          <p:nvPr>
            <p:ph type="body" idx="1"/>
          </p:nvPr>
        </p:nvSpPr>
        <p:spPr bwMode="auto">
          <a:xfrm>
            <a:off x="0" y="708025"/>
            <a:ext cx="9144000" cy="6149975"/>
          </a:xfrm>
          <a:prstGeom prst="rect">
            <a:avLst/>
          </a:prstGeom>
          <a:noFill/>
          <a:ln w="9525">
            <a:noFill/>
            <a:miter lim="800000"/>
            <a:headEnd/>
            <a:tailEnd/>
          </a:ln>
        </p:spPr>
        <p:txBody>
          <a:bodyPr vert="horz" wrap="square" lIns="182863" tIns="137148" rIns="182863" bIns="13714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7172" name="Rectangle 4"/>
          <p:cNvSpPr>
            <a:spLocks noGrp="1" noChangeArrowheads="1"/>
          </p:cNvSpPr>
          <p:nvPr>
            <p:ph type="sldNum" sz="quarter" idx="4"/>
          </p:nvPr>
        </p:nvSpPr>
        <p:spPr bwMode="auto">
          <a:xfrm>
            <a:off x="8686800" y="6477000"/>
            <a:ext cx="381000" cy="304800"/>
          </a:xfrm>
          <a:prstGeom prst="rect">
            <a:avLst/>
          </a:prstGeom>
          <a:noFill/>
          <a:ln w="9525">
            <a:noFill/>
            <a:miter lim="800000"/>
            <a:headEnd/>
            <a:tailEnd/>
          </a:ln>
        </p:spPr>
        <p:txBody>
          <a:bodyPr vert="horz" wrap="square" lIns="91432" tIns="45716" rIns="91432" bIns="45716" numCol="1" anchor="t" anchorCtr="0" compatLnSpc="1">
            <a:prstTxWarp prst="textNoShape">
              <a:avLst/>
            </a:prstTxWarp>
          </a:bodyPr>
          <a:lstStyle>
            <a:lvl1pPr algn="r">
              <a:spcBef>
                <a:spcPct val="50000"/>
              </a:spcBef>
              <a:defRPr sz="1400">
                <a:effectLst/>
                <a:latin typeface="Arial Narrow" pitchFamily="34" charset="0"/>
              </a:defRPr>
            </a:lvl1pPr>
          </a:lstStyle>
          <a:p>
            <a:fld id="{A7DCA848-2207-4A60-A717-64547F8D3EEA}" type="slidenum">
              <a:rPr lang="en-US" altLang="en-US"/>
              <a:pPr/>
              <a:t>‹#›</a:t>
            </a:fld>
            <a:endParaRPr lang="en-US" altLang="en-US"/>
          </a:p>
        </p:txBody>
      </p:sp>
      <p:sp>
        <p:nvSpPr>
          <p:cNvPr id="7173" name="Rectangle 5"/>
          <p:cNvSpPr>
            <a:spLocks noChangeArrowheads="1"/>
          </p:cNvSpPr>
          <p:nvPr/>
        </p:nvSpPr>
        <p:spPr bwMode="auto">
          <a:xfrm>
            <a:off x="463550" y="1812925"/>
            <a:ext cx="190500" cy="4678363"/>
          </a:xfrm>
          <a:prstGeom prst="rect">
            <a:avLst/>
          </a:prstGeom>
          <a:noFill/>
          <a:ln w="9525">
            <a:noFill/>
            <a:miter lim="800000"/>
            <a:headEnd/>
            <a:tailEnd/>
          </a:ln>
        </p:spPr>
        <p:txBody>
          <a:bodyPr wrap="none" anchor="ctr"/>
          <a:lstStyle/>
          <a:p>
            <a:endParaRPr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ransition>
    <p:pull dir="d"/>
  </p:transition>
  <p:txStyles>
    <p:titleStyle>
      <a:lvl1pPr algn="l" rtl="0" eaLnBrk="1" fontAlgn="base" hangingPunct="1">
        <a:spcBef>
          <a:spcPct val="0"/>
        </a:spcBef>
        <a:spcAft>
          <a:spcPct val="0"/>
        </a:spcAft>
        <a:defRPr kumimoji="1" sz="4000">
          <a:solidFill>
            <a:schemeClr val="tx2"/>
          </a:solidFill>
          <a:effectLst>
            <a:outerShdw blurRad="38100" dist="38100" dir="2700000" algn="tl">
              <a:srgbClr val="000000"/>
            </a:outerShdw>
          </a:effectLst>
          <a:latin typeface="+mj-lt"/>
          <a:ea typeface="+mj-ea"/>
          <a:cs typeface="+mj-cs"/>
        </a:defRPr>
      </a:lvl1pPr>
      <a:lvl2pPr algn="l" rtl="0" eaLnBrk="1" fontAlgn="base" hangingPunct="1">
        <a:spcBef>
          <a:spcPct val="0"/>
        </a:spcBef>
        <a:spcAft>
          <a:spcPct val="0"/>
        </a:spcAft>
        <a:defRPr kumimoji="1" sz="4000">
          <a:solidFill>
            <a:schemeClr val="tx2"/>
          </a:solidFill>
          <a:effectLst>
            <a:outerShdw blurRad="38100" dist="38100" dir="2700000" algn="tl">
              <a:srgbClr val="000000"/>
            </a:outerShdw>
          </a:effectLst>
          <a:latin typeface="Tahoma" pitchFamily="34" charset="0"/>
        </a:defRPr>
      </a:lvl2pPr>
      <a:lvl3pPr algn="l" rtl="0" eaLnBrk="1" fontAlgn="base" hangingPunct="1">
        <a:spcBef>
          <a:spcPct val="0"/>
        </a:spcBef>
        <a:spcAft>
          <a:spcPct val="0"/>
        </a:spcAft>
        <a:defRPr kumimoji="1" sz="4000">
          <a:solidFill>
            <a:schemeClr val="tx2"/>
          </a:solidFill>
          <a:effectLst>
            <a:outerShdw blurRad="38100" dist="38100" dir="2700000" algn="tl">
              <a:srgbClr val="000000"/>
            </a:outerShdw>
          </a:effectLst>
          <a:latin typeface="Tahoma" pitchFamily="34" charset="0"/>
        </a:defRPr>
      </a:lvl3pPr>
      <a:lvl4pPr algn="l" rtl="0" eaLnBrk="1" fontAlgn="base" hangingPunct="1">
        <a:spcBef>
          <a:spcPct val="0"/>
        </a:spcBef>
        <a:spcAft>
          <a:spcPct val="0"/>
        </a:spcAft>
        <a:defRPr kumimoji="1" sz="4000">
          <a:solidFill>
            <a:schemeClr val="tx2"/>
          </a:solidFill>
          <a:effectLst>
            <a:outerShdw blurRad="38100" dist="38100" dir="2700000" algn="tl">
              <a:srgbClr val="000000"/>
            </a:outerShdw>
          </a:effectLst>
          <a:latin typeface="Tahoma" pitchFamily="34" charset="0"/>
        </a:defRPr>
      </a:lvl4pPr>
      <a:lvl5pPr algn="l" rtl="0" eaLnBrk="1" fontAlgn="base" hangingPunct="1">
        <a:spcBef>
          <a:spcPct val="0"/>
        </a:spcBef>
        <a:spcAft>
          <a:spcPct val="0"/>
        </a:spcAft>
        <a:defRPr kumimoji="1" sz="4000">
          <a:solidFill>
            <a:schemeClr val="tx2"/>
          </a:solidFill>
          <a:effectLst>
            <a:outerShdw blurRad="38100" dist="38100" dir="2700000" algn="tl">
              <a:srgbClr val="000000"/>
            </a:outerShdw>
          </a:effectLst>
          <a:latin typeface="Tahoma" pitchFamily="34" charset="0"/>
        </a:defRPr>
      </a:lvl5pPr>
      <a:lvl6pPr marL="457200" algn="l" rtl="0" eaLnBrk="1" fontAlgn="base" hangingPunct="1">
        <a:spcBef>
          <a:spcPct val="0"/>
        </a:spcBef>
        <a:spcAft>
          <a:spcPct val="0"/>
        </a:spcAft>
        <a:defRPr kumimoji="1" sz="4000">
          <a:solidFill>
            <a:schemeClr val="tx2"/>
          </a:solidFill>
          <a:effectLst>
            <a:outerShdw blurRad="38100" dist="38100" dir="2700000" algn="tl">
              <a:srgbClr val="000000"/>
            </a:outerShdw>
          </a:effectLst>
          <a:latin typeface="Tahoma" pitchFamily="34" charset="0"/>
        </a:defRPr>
      </a:lvl6pPr>
      <a:lvl7pPr marL="914400" algn="l" rtl="0" eaLnBrk="1" fontAlgn="base" hangingPunct="1">
        <a:spcBef>
          <a:spcPct val="0"/>
        </a:spcBef>
        <a:spcAft>
          <a:spcPct val="0"/>
        </a:spcAft>
        <a:defRPr kumimoji="1" sz="4000">
          <a:solidFill>
            <a:schemeClr val="tx2"/>
          </a:solidFill>
          <a:effectLst>
            <a:outerShdw blurRad="38100" dist="38100" dir="2700000" algn="tl">
              <a:srgbClr val="000000"/>
            </a:outerShdw>
          </a:effectLst>
          <a:latin typeface="Tahoma" pitchFamily="34" charset="0"/>
        </a:defRPr>
      </a:lvl7pPr>
      <a:lvl8pPr marL="1371600" algn="l" rtl="0" eaLnBrk="1" fontAlgn="base" hangingPunct="1">
        <a:spcBef>
          <a:spcPct val="0"/>
        </a:spcBef>
        <a:spcAft>
          <a:spcPct val="0"/>
        </a:spcAft>
        <a:defRPr kumimoji="1" sz="4000">
          <a:solidFill>
            <a:schemeClr val="tx2"/>
          </a:solidFill>
          <a:effectLst>
            <a:outerShdw blurRad="38100" dist="38100" dir="2700000" algn="tl">
              <a:srgbClr val="000000"/>
            </a:outerShdw>
          </a:effectLst>
          <a:latin typeface="Tahoma" pitchFamily="34" charset="0"/>
        </a:defRPr>
      </a:lvl8pPr>
      <a:lvl9pPr marL="1828800" algn="l" rtl="0" eaLnBrk="1" fontAlgn="base" hangingPunct="1">
        <a:spcBef>
          <a:spcPct val="0"/>
        </a:spcBef>
        <a:spcAft>
          <a:spcPct val="0"/>
        </a:spcAft>
        <a:defRPr kumimoji="1" sz="4000">
          <a:solidFill>
            <a:schemeClr val="tx2"/>
          </a:solidFill>
          <a:effectLst>
            <a:outerShdw blurRad="38100" dist="38100" dir="2700000" algn="tl">
              <a:srgbClr val="000000"/>
            </a:outerShdw>
          </a:effectLst>
          <a:latin typeface="Tahoma" pitchFamily="34" charset="0"/>
        </a:defRPr>
      </a:lvl9pPr>
    </p:titleStyle>
    <p:bodyStyle>
      <a:lvl1pPr marL="342900" indent="-342900" algn="l" rtl="0" eaLnBrk="1" fontAlgn="base" hangingPunct="1">
        <a:spcBef>
          <a:spcPct val="20000"/>
        </a:spcBef>
        <a:spcAft>
          <a:spcPct val="0"/>
        </a:spcAft>
        <a:buClr>
          <a:schemeClr val="accent1"/>
        </a:buClr>
        <a:buSzPct val="85000"/>
        <a:buFont typeface="Wingdings 2" pitchFamily="18" charset="2"/>
        <a:buChar char="ã"/>
        <a:defRPr kumimoji="1" sz="2800">
          <a:solidFill>
            <a:schemeClr val="accent1"/>
          </a:solidFill>
          <a:effectLst>
            <a:outerShdw blurRad="38100" dist="38100" dir="2700000" algn="tl">
              <a:srgbClr val="C0C0C0"/>
            </a:outerShdw>
          </a:effectLst>
          <a:latin typeface="+mn-lt"/>
          <a:ea typeface="+mn-ea"/>
          <a:cs typeface="+mn-cs"/>
        </a:defRPr>
      </a:lvl1pPr>
      <a:lvl2pPr marL="742950" indent="-285750" algn="l" rtl="0" eaLnBrk="1" fontAlgn="base" hangingPunct="1">
        <a:spcBef>
          <a:spcPct val="20000"/>
        </a:spcBef>
        <a:spcAft>
          <a:spcPct val="0"/>
        </a:spcAft>
        <a:buClr>
          <a:schemeClr val="hlink"/>
        </a:buClr>
        <a:buSzPct val="85000"/>
        <a:buFont typeface="Wingdings" pitchFamily="2" charset="2"/>
        <a:buChar char="l"/>
        <a:defRPr kumimoji="1" sz="2300">
          <a:solidFill>
            <a:schemeClr val="hlink"/>
          </a:solidFill>
          <a:effectLst>
            <a:outerShdw blurRad="38100" dist="38100" dir="2700000" algn="tl">
              <a:srgbClr val="C0C0C0"/>
            </a:outerShdw>
          </a:effectLst>
          <a:latin typeface="+mn-lt"/>
        </a:defRPr>
      </a:lvl2pPr>
      <a:lvl3pPr marL="1143000" indent="-228600" algn="l" rtl="0" eaLnBrk="1" fontAlgn="base" hangingPunct="1">
        <a:spcBef>
          <a:spcPct val="20000"/>
        </a:spcBef>
        <a:spcAft>
          <a:spcPct val="0"/>
        </a:spcAft>
        <a:buClr>
          <a:schemeClr val="tx1"/>
        </a:buClr>
        <a:buFont typeface="Wingdings" pitchFamily="2" charset="2"/>
        <a:buChar char="Ø"/>
        <a:defRPr kumimoji="1" sz="2000">
          <a:solidFill>
            <a:schemeClr val="tx1"/>
          </a:solidFill>
          <a:effectLst>
            <a:outerShdw blurRad="38100" dist="38100" dir="2700000" algn="tl">
              <a:srgbClr val="C0C0C0"/>
            </a:outerShdw>
          </a:effectLst>
          <a:latin typeface="+mn-lt"/>
        </a:defRPr>
      </a:lvl3pPr>
      <a:lvl4pPr marL="1600200" indent="-228600" algn="l" rtl="0" eaLnBrk="1" fontAlgn="base" hangingPunct="1">
        <a:spcBef>
          <a:spcPct val="20000"/>
        </a:spcBef>
        <a:spcAft>
          <a:spcPct val="0"/>
        </a:spcAft>
        <a:buChar char="–"/>
        <a:defRPr kumimoji="1">
          <a:solidFill>
            <a:schemeClr val="tx1"/>
          </a:solidFill>
          <a:effectLst>
            <a:outerShdw blurRad="38100" dist="38100" dir="2700000" algn="tl">
              <a:srgbClr val="C0C0C0"/>
            </a:outerShdw>
          </a:effectLst>
          <a:latin typeface="+mn-lt"/>
        </a:defRPr>
      </a:lvl4pPr>
      <a:lvl5pPr marL="2057400" indent="-228600" algn="l" rtl="0" eaLnBrk="1" fontAlgn="base" hangingPunct="1">
        <a:spcBef>
          <a:spcPct val="20000"/>
        </a:spcBef>
        <a:spcAft>
          <a:spcPct val="0"/>
        </a:spcAft>
        <a:buChar char="»"/>
        <a:defRPr kumimoji="1">
          <a:solidFill>
            <a:schemeClr val="tx1"/>
          </a:solidFill>
          <a:effectLst>
            <a:outerShdw blurRad="38100" dist="38100" dir="2700000" algn="tl">
              <a:srgbClr val="C0C0C0"/>
            </a:outerShdw>
          </a:effectLst>
          <a:latin typeface="+mn-lt"/>
        </a:defRPr>
      </a:lvl5pPr>
      <a:lvl6pPr marL="2514600" indent="-228600" algn="l" rtl="0" eaLnBrk="1" fontAlgn="base" hangingPunct="1">
        <a:spcBef>
          <a:spcPct val="20000"/>
        </a:spcBef>
        <a:spcAft>
          <a:spcPct val="0"/>
        </a:spcAft>
        <a:buChar char="»"/>
        <a:defRPr kumimoji="1">
          <a:solidFill>
            <a:schemeClr val="tx1"/>
          </a:solidFill>
          <a:effectLst>
            <a:outerShdw blurRad="38100" dist="38100" dir="2700000" algn="tl">
              <a:srgbClr val="C0C0C0"/>
            </a:outerShdw>
          </a:effectLst>
          <a:latin typeface="+mn-lt"/>
        </a:defRPr>
      </a:lvl6pPr>
      <a:lvl7pPr marL="2971800" indent="-228600" algn="l" rtl="0" eaLnBrk="1" fontAlgn="base" hangingPunct="1">
        <a:spcBef>
          <a:spcPct val="20000"/>
        </a:spcBef>
        <a:spcAft>
          <a:spcPct val="0"/>
        </a:spcAft>
        <a:buChar char="»"/>
        <a:defRPr kumimoji="1">
          <a:solidFill>
            <a:schemeClr val="tx1"/>
          </a:solidFill>
          <a:effectLst>
            <a:outerShdw blurRad="38100" dist="38100" dir="2700000" algn="tl">
              <a:srgbClr val="C0C0C0"/>
            </a:outerShdw>
          </a:effectLst>
          <a:latin typeface="+mn-lt"/>
        </a:defRPr>
      </a:lvl7pPr>
      <a:lvl8pPr marL="3429000" indent="-228600" algn="l" rtl="0" eaLnBrk="1" fontAlgn="base" hangingPunct="1">
        <a:spcBef>
          <a:spcPct val="20000"/>
        </a:spcBef>
        <a:spcAft>
          <a:spcPct val="0"/>
        </a:spcAft>
        <a:buChar char="»"/>
        <a:defRPr kumimoji="1">
          <a:solidFill>
            <a:schemeClr val="tx1"/>
          </a:solidFill>
          <a:effectLst>
            <a:outerShdw blurRad="38100" dist="38100" dir="2700000" algn="tl">
              <a:srgbClr val="C0C0C0"/>
            </a:outerShdw>
          </a:effectLst>
          <a:latin typeface="+mn-lt"/>
        </a:defRPr>
      </a:lvl8pPr>
      <a:lvl9pPr marL="3886200" indent="-228600" algn="l" rtl="0" eaLnBrk="1" fontAlgn="base" hangingPunct="1">
        <a:spcBef>
          <a:spcPct val="20000"/>
        </a:spcBef>
        <a:spcAft>
          <a:spcPct val="0"/>
        </a:spcAft>
        <a:buChar char="»"/>
        <a:defRPr kumimoji="1">
          <a:solidFill>
            <a:schemeClr val="tx1"/>
          </a:solidFill>
          <a:effectLst>
            <a:outerShdw blurRad="38100" dist="38100" dir="2700000" algn="tl">
              <a:srgbClr val="C0C0C0"/>
            </a:outerShdw>
          </a:effectLst>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946150"/>
            <a:ext cx="8534400" cy="707878"/>
          </a:xfrm>
        </p:spPr>
        <p:txBody>
          <a:bodyPr/>
          <a:lstStyle/>
          <a:p>
            <a:r>
              <a:rPr lang="sr-Latn-RS"/>
              <a:t>Paralelni sistemi</a:t>
            </a:r>
            <a:endParaRPr lang="en-US" dirty="0"/>
          </a:p>
        </p:txBody>
      </p:sp>
      <p:sp>
        <p:nvSpPr>
          <p:cNvPr id="3" name="Subtitle 2"/>
          <p:cNvSpPr>
            <a:spLocks noGrp="1"/>
          </p:cNvSpPr>
          <p:nvPr>
            <p:ph type="subTitle" idx="1"/>
          </p:nvPr>
        </p:nvSpPr>
        <p:spPr/>
        <p:txBody>
          <a:bodyPr/>
          <a:lstStyle/>
          <a:p>
            <a:r>
              <a:rPr lang="en-US" dirty="0" err="1"/>
              <a:t>Projektovanje</a:t>
            </a:r>
            <a:r>
              <a:rPr lang="en-US" dirty="0"/>
              <a:t> </a:t>
            </a:r>
            <a:r>
              <a:rPr lang="en-US" dirty="0" err="1"/>
              <a:t>paralelnih</a:t>
            </a:r>
            <a:r>
              <a:rPr lang="en-US" dirty="0"/>
              <a:t> </a:t>
            </a:r>
            <a:r>
              <a:rPr lang="en-US" dirty="0" err="1"/>
              <a:t>algoritama</a:t>
            </a:r>
            <a:endParaRPr lang="en-US" dirty="0"/>
          </a:p>
        </p:txBody>
      </p:sp>
    </p:spTree>
  </p:cSld>
  <p:clrMapOvr>
    <a:masterClrMapping/>
  </p:clrMapOvr>
  <p:transition>
    <p:pull dir="d"/>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Projektovanje</a:t>
            </a:r>
            <a:r>
              <a:rPr lang="en-US" dirty="0"/>
              <a:t> </a:t>
            </a:r>
            <a:r>
              <a:rPr lang="en-US" dirty="0" err="1"/>
              <a:t>paralelenih</a:t>
            </a:r>
            <a:r>
              <a:rPr lang="en-US" dirty="0"/>
              <a:t> </a:t>
            </a:r>
            <a:r>
              <a:rPr lang="en-US" dirty="0" err="1"/>
              <a:t>algoritama</a:t>
            </a:r>
            <a:endParaRPr lang="en-US" dirty="0"/>
          </a:p>
        </p:txBody>
      </p:sp>
      <p:sp>
        <p:nvSpPr>
          <p:cNvPr id="3" name="Content Placeholder 2"/>
          <p:cNvSpPr>
            <a:spLocks noGrp="1"/>
          </p:cNvSpPr>
          <p:nvPr>
            <p:ph idx="1"/>
          </p:nvPr>
        </p:nvSpPr>
        <p:spPr/>
        <p:txBody>
          <a:bodyPr/>
          <a:lstStyle/>
          <a:p>
            <a:r>
              <a:rPr lang="en-US" dirty="0"/>
              <a:t>Ian Foster je 1995 </a:t>
            </a:r>
            <a:r>
              <a:rPr lang="en-US" dirty="0" err="1"/>
              <a:t>predlo</a:t>
            </a:r>
            <a:r>
              <a:rPr lang="sr-Latn-RS" dirty="0"/>
              <a:t>žio opštu </a:t>
            </a:r>
            <a:r>
              <a:rPr lang="en-US" dirty="0" err="1"/>
              <a:t>metodologiju</a:t>
            </a:r>
            <a:r>
              <a:rPr lang="en-US" dirty="0"/>
              <a:t> </a:t>
            </a:r>
            <a:r>
              <a:rPr lang="sr-Latn-RS" dirty="0"/>
              <a:t>projektovanja paralelnih algoritama koja se sastoji od 4 </a:t>
            </a:r>
            <a:r>
              <a:rPr lang="en-US" dirty="0" err="1"/>
              <a:t>koraka</a:t>
            </a:r>
            <a:r>
              <a:rPr lang="en-US" dirty="0"/>
              <a:t>:</a:t>
            </a:r>
            <a:endParaRPr lang="sr-Latn-RS" dirty="0"/>
          </a:p>
          <a:p>
            <a:pPr lvl="1"/>
            <a:r>
              <a:rPr lang="sr-Latn-RS" dirty="0"/>
              <a:t>Dekompozicija</a:t>
            </a:r>
          </a:p>
          <a:p>
            <a:pPr lvl="1"/>
            <a:r>
              <a:rPr lang="sr-Latn-RS" dirty="0"/>
              <a:t>komunikacija</a:t>
            </a:r>
          </a:p>
          <a:p>
            <a:pPr lvl="1"/>
            <a:r>
              <a:rPr lang="sr-Latn-RS" dirty="0"/>
              <a:t>aglomeracija</a:t>
            </a:r>
          </a:p>
          <a:p>
            <a:pPr lvl="1"/>
            <a:r>
              <a:rPr lang="sr-Latn-RS" dirty="0"/>
              <a:t>preslikavanje</a:t>
            </a:r>
            <a:endParaRPr lang="en-US" dirty="0"/>
          </a:p>
        </p:txBody>
      </p:sp>
    </p:spTree>
  </p:cSld>
  <p:clrMapOvr>
    <a:masterClrMapping/>
  </p:clrMapOvr>
  <p:transition>
    <p:pull dir="d"/>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323B16-6330-8D2E-F22D-0C12474893A0}"/>
              </a:ext>
            </a:extLst>
          </p:cNvPr>
          <p:cNvSpPr>
            <a:spLocks noGrp="1"/>
          </p:cNvSpPr>
          <p:nvPr>
            <p:ph type="title"/>
          </p:nvPr>
        </p:nvSpPr>
        <p:spPr/>
        <p:txBody>
          <a:bodyPr/>
          <a:lstStyle/>
          <a:p>
            <a:r>
              <a:rPr lang="sr-Latn-RS" dirty="0"/>
              <a:t>Dekompozicija</a:t>
            </a:r>
          </a:p>
        </p:txBody>
      </p:sp>
      <p:sp>
        <p:nvSpPr>
          <p:cNvPr id="3" name="Content Placeholder 2">
            <a:extLst>
              <a:ext uri="{FF2B5EF4-FFF2-40B4-BE49-F238E27FC236}">
                <a16:creationId xmlns:a16="http://schemas.microsoft.com/office/drawing/2014/main" id="{29DA65D1-E88D-30C3-52C2-E76C0689C2DD}"/>
              </a:ext>
            </a:extLst>
          </p:cNvPr>
          <p:cNvSpPr>
            <a:spLocks noGrp="1"/>
          </p:cNvSpPr>
          <p:nvPr>
            <p:ph idx="1"/>
          </p:nvPr>
        </p:nvSpPr>
        <p:spPr/>
        <p:txBody>
          <a:bodyPr/>
          <a:lstStyle/>
          <a:p>
            <a:r>
              <a:rPr lang="sr-Latn-RS" dirty="0"/>
              <a:t>Cilj dekompozicije je otkrivanje paralelizma</a:t>
            </a:r>
          </a:p>
          <a:p>
            <a:pPr lvl="1"/>
            <a:r>
              <a:rPr lang="sr-Latn-RS" dirty="0"/>
              <a:t>ovo je jedini korak u kome se detektuje paralelizam</a:t>
            </a:r>
          </a:p>
          <a:p>
            <a:pPr lvl="2"/>
            <a:r>
              <a:rPr lang="sr-Latn-RS" dirty="0"/>
              <a:t>svi ostali koraci ga redukuju</a:t>
            </a:r>
          </a:p>
          <a:p>
            <a:pPr lvl="1"/>
            <a:r>
              <a:rPr lang="sr-Latn-RS" dirty="0"/>
              <a:t>Postoje dva potencijalna izvora paralelizma: </a:t>
            </a:r>
          </a:p>
          <a:p>
            <a:pPr lvl="2"/>
            <a:r>
              <a:rPr lang="sr-Latn-RS" dirty="0"/>
              <a:t>podaci (domenska dekompozicija) i </a:t>
            </a:r>
            <a:r>
              <a:rPr lang="en-US" dirty="0"/>
              <a:t>(data parallelism)</a:t>
            </a:r>
            <a:endParaRPr lang="sr-Latn-RS" dirty="0"/>
          </a:p>
          <a:p>
            <a:pPr lvl="2"/>
            <a:r>
              <a:rPr lang="sr-Latn-RS" dirty="0"/>
              <a:t>izračunavanje (funkcionalna dekompozicija)</a:t>
            </a:r>
            <a:r>
              <a:rPr lang="en-US" dirty="0"/>
              <a:t> (task parallelism)</a:t>
            </a:r>
          </a:p>
          <a:p>
            <a:pPr lvl="1"/>
            <a:r>
              <a:rPr lang="en-US" dirty="0"/>
              <a:t>to </a:t>
            </a:r>
            <a:r>
              <a:rPr lang="sr-Latn-RS" dirty="0"/>
              <a:t>su dva komplementarana metoda za ekstrakciju paralelizma. </a:t>
            </a:r>
          </a:p>
        </p:txBody>
      </p:sp>
    </p:spTree>
    <p:extLst>
      <p:ext uri="{BB962C8B-B14F-4D97-AF65-F5344CB8AC3E}">
        <p14:creationId xmlns:p14="http://schemas.microsoft.com/office/powerpoint/2010/main" val="2993058326"/>
      </p:ext>
    </p:extLst>
  </p:cSld>
  <p:clrMapOvr>
    <a:masterClrMapping/>
  </p:clrMapOvr>
  <p:transition>
    <p:pull dir="d"/>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74AE7-EEE4-DB96-5908-1189F9E18803}"/>
              </a:ext>
            </a:extLst>
          </p:cNvPr>
          <p:cNvSpPr>
            <a:spLocks noGrp="1"/>
          </p:cNvSpPr>
          <p:nvPr>
            <p:ph type="title"/>
          </p:nvPr>
        </p:nvSpPr>
        <p:spPr/>
        <p:txBody>
          <a:bodyPr/>
          <a:lstStyle/>
          <a:p>
            <a:r>
              <a:rPr lang="sr-Latn-RS" dirty="0"/>
              <a:t>Domenska dekompozicija</a:t>
            </a:r>
          </a:p>
        </p:txBody>
      </p:sp>
      <p:sp>
        <p:nvSpPr>
          <p:cNvPr id="3" name="Content Placeholder 2">
            <a:extLst>
              <a:ext uri="{FF2B5EF4-FFF2-40B4-BE49-F238E27FC236}">
                <a16:creationId xmlns:a16="http://schemas.microsoft.com/office/drawing/2014/main" id="{19B16369-3A29-632E-55E9-C20DE30D4441}"/>
              </a:ext>
            </a:extLst>
          </p:cNvPr>
          <p:cNvSpPr>
            <a:spLocks noGrp="1"/>
          </p:cNvSpPr>
          <p:nvPr>
            <p:ph idx="1"/>
          </p:nvPr>
        </p:nvSpPr>
        <p:spPr/>
        <p:txBody>
          <a:bodyPr>
            <a:normAutofit/>
          </a:bodyPr>
          <a:lstStyle/>
          <a:p>
            <a:r>
              <a:rPr lang="sr-Latn-RS" dirty="0"/>
              <a:t>Cilj je rastaviti podatke na mnogo manjih delova</a:t>
            </a:r>
            <a:r>
              <a:rPr lang="en-US" dirty="0"/>
              <a:t> </a:t>
            </a:r>
            <a:r>
              <a:rPr lang="sr-Latn-RS" dirty="0"/>
              <a:t>na kojima se može primeniti paralelna obrada (izračunavanje)</a:t>
            </a:r>
          </a:p>
          <a:p>
            <a:pPr lvl="1"/>
            <a:r>
              <a:rPr lang="sr-Latn-RS" dirty="0"/>
              <a:t>Ova paralelna izračunavanja ćemo zvati primitivni zadaci (taskovi)</a:t>
            </a:r>
          </a:p>
          <a:p>
            <a:r>
              <a:rPr lang="sr-Latn-RS" dirty="0"/>
              <a:t>Kod domenske dekompozicije, najbolje je identifikovati najveće i najčešće korišćenje podatke, izvršiti njihovu dekompoziciju na mnogo malih, po mogućnosti identičnih delova, i dodeliti svaki taj deo primitivnom zadatku.</a:t>
            </a:r>
          </a:p>
          <a:p>
            <a:pPr marL="457200" lvl="1" indent="0">
              <a:buNone/>
            </a:pPr>
            <a:endParaRPr lang="sr-Latn-RS" dirty="0"/>
          </a:p>
        </p:txBody>
      </p:sp>
    </p:spTree>
    <p:extLst>
      <p:ext uri="{BB962C8B-B14F-4D97-AF65-F5344CB8AC3E}">
        <p14:creationId xmlns:p14="http://schemas.microsoft.com/office/powerpoint/2010/main" val="1119808003"/>
      </p:ext>
    </p:extLst>
  </p:cSld>
  <p:clrMapOvr>
    <a:masterClrMapping/>
  </p:clrMapOvr>
  <p:transition>
    <p:pull dir="d"/>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5FBBA3-FB53-261D-9759-60D7AB4AA343}"/>
              </a:ext>
            </a:extLst>
          </p:cNvPr>
          <p:cNvSpPr>
            <a:spLocks noGrp="1"/>
          </p:cNvSpPr>
          <p:nvPr>
            <p:ph type="title"/>
          </p:nvPr>
        </p:nvSpPr>
        <p:spPr/>
        <p:txBody>
          <a:bodyPr/>
          <a:lstStyle/>
          <a:p>
            <a:r>
              <a:rPr lang="en-US" dirty="0"/>
              <a:t>Domenska </a:t>
            </a:r>
            <a:r>
              <a:rPr lang="en-US" dirty="0" err="1"/>
              <a:t>dekompozicija</a:t>
            </a:r>
            <a:endParaRPr lang="sr-Latn-RS" dirty="0"/>
          </a:p>
        </p:txBody>
      </p:sp>
      <p:sp>
        <p:nvSpPr>
          <p:cNvPr id="3" name="Content Placeholder 2">
            <a:extLst>
              <a:ext uri="{FF2B5EF4-FFF2-40B4-BE49-F238E27FC236}">
                <a16:creationId xmlns:a16="http://schemas.microsoft.com/office/drawing/2014/main" id="{A34124C5-8C35-77EE-4566-A57091B6AACA}"/>
              </a:ext>
            </a:extLst>
          </p:cNvPr>
          <p:cNvSpPr>
            <a:spLocks noGrp="1"/>
          </p:cNvSpPr>
          <p:nvPr>
            <p:ph idx="1"/>
          </p:nvPr>
        </p:nvSpPr>
        <p:spPr>
          <a:xfrm>
            <a:off x="0" y="708025"/>
            <a:ext cx="9144000" cy="3369047"/>
          </a:xfrm>
        </p:spPr>
        <p:txBody>
          <a:bodyPr>
            <a:normAutofit fontScale="77500" lnSpcReduction="20000"/>
          </a:bodyPr>
          <a:lstStyle/>
          <a:p>
            <a:pPr algn="l"/>
            <a:r>
              <a:rPr lang="sr-Latn-RS" dirty="0"/>
              <a:t>Neka je, npr. zadata trodimenzionalna matrica dimenzija m×n×k, gde su m broj vrsta i n broj kolona u jednoj ravni, a k broj m×n ravni </a:t>
            </a:r>
          </a:p>
          <a:p>
            <a:pPr algn="l"/>
            <a:r>
              <a:rPr lang="sr-Latn-RS" dirty="0"/>
              <a:t>cilj dekompozicije je da podeli ovu matricu.</a:t>
            </a:r>
          </a:p>
          <a:p>
            <a:pPr lvl="1"/>
            <a:r>
              <a:rPr lang="sr-Latn-RS" dirty="0"/>
              <a:t>gr</a:t>
            </a:r>
            <a:r>
              <a:rPr lang="en-US" dirty="0"/>
              <a:t>u</a:t>
            </a:r>
            <a:r>
              <a:rPr lang="sr-Latn-RS" dirty="0"/>
              <a:t>ba (krupna) dekompozicija bi bila podeliti ovu matricu na k ravni i svaku ravan dodeli</a:t>
            </a:r>
            <a:r>
              <a:rPr lang="en-US" dirty="0" err="1"/>
              <a:t>ti</a:t>
            </a:r>
            <a:r>
              <a:rPr lang="sr-Latn-RS" dirty="0"/>
              <a:t> na obradu jednom zadatku</a:t>
            </a:r>
          </a:p>
          <a:p>
            <a:pPr lvl="1"/>
            <a:r>
              <a:rPr lang="sr-Latn-RS" dirty="0"/>
              <a:t>finija dekompozicija bi bila </a:t>
            </a:r>
            <a:r>
              <a:rPr lang="en-US" dirty="0" err="1"/>
              <a:t>podela</a:t>
            </a:r>
            <a:r>
              <a:rPr lang="en-US" dirty="0"/>
              <a:t> </a:t>
            </a:r>
            <a:r>
              <a:rPr lang="sr-Latn-RS" dirty="0"/>
              <a:t>na n×k kolona i dodela svake kolone jednom zadatku</a:t>
            </a:r>
          </a:p>
          <a:p>
            <a:pPr lvl="1"/>
            <a:r>
              <a:rPr lang="sr-Latn-RS" dirty="0"/>
              <a:t>najfinija dekompozicija bi svaki element matrice dodelila jednom zadatku, kreirajući tako n×m×k zadataka</a:t>
            </a:r>
          </a:p>
          <a:p>
            <a:pPr lvl="2"/>
            <a:r>
              <a:rPr lang="sr-Latn-RS" dirty="0"/>
              <a:t>ova dekompozicija obezbeđuje najveći paralelizam i bila bi najbolji izbor </a:t>
            </a:r>
          </a:p>
        </p:txBody>
      </p:sp>
      <p:pic>
        <p:nvPicPr>
          <p:cNvPr id="5" name="Picture 4">
            <a:extLst>
              <a:ext uri="{FF2B5EF4-FFF2-40B4-BE49-F238E27FC236}">
                <a16:creationId xmlns:a16="http://schemas.microsoft.com/office/drawing/2014/main" id="{684A42F5-C3B4-4F82-ADB6-578A1FCCF3EF}"/>
              </a:ext>
            </a:extLst>
          </p:cNvPr>
          <p:cNvPicPr>
            <a:picLocks noChangeAspect="1"/>
          </p:cNvPicPr>
          <p:nvPr/>
        </p:nvPicPr>
        <p:blipFill>
          <a:blip r:embed="rId3"/>
          <a:stretch>
            <a:fillRect/>
          </a:stretch>
        </p:blipFill>
        <p:spPr>
          <a:xfrm>
            <a:off x="981975" y="4090812"/>
            <a:ext cx="7180049" cy="2577125"/>
          </a:xfrm>
          <a:prstGeom prst="rect">
            <a:avLst/>
          </a:prstGeom>
        </p:spPr>
      </p:pic>
    </p:spTree>
    <p:extLst>
      <p:ext uri="{BB962C8B-B14F-4D97-AF65-F5344CB8AC3E}">
        <p14:creationId xmlns:p14="http://schemas.microsoft.com/office/powerpoint/2010/main" val="2338992314"/>
      </p:ext>
    </p:extLst>
  </p:cSld>
  <p:clrMapOvr>
    <a:masterClrMapping/>
  </p:clrMapOvr>
  <p:transition>
    <p:pull dir="d"/>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AB3AB-A8AF-215E-D7EB-6C5DBF30072C}"/>
              </a:ext>
            </a:extLst>
          </p:cNvPr>
          <p:cNvSpPr>
            <a:spLocks noGrp="1"/>
          </p:cNvSpPr>
          <p:nvPr>
            <p:ph type="title"/>
          </p:nvPr>
        </p:nvSpPr>
        <p:spPr/>
        <p:txBody>
          <a:bodyPr/>
          <a:lstStyle/>
          <a:p>
            <a:r>
              <a:rPr lang="sr-Latn-RS" dirty="0"/>
              <a:t>Funkcionalna dekompozicija</a:t>
            </a:r>
          </a:p>
        </p:txBody>
      </p:sp>
      <p:sp>
        <p:nvSpPr>
          <p:cNvPr id="3" name="Content Placeholder 2">
            <a:extLst>
              <a:ext uri="{FF2B5EF4-FFF2-40B4-BE49-F238E27FC236}">
                <a16:creationId xmlns:a16="http://schemas.microsoft.com/office/drawing/2014/main" id="{AABBA98A-358D-7CA5-5930-F690B7FE4E2A}"/>
              </a:ext>
            </a:extLst>
          </p:cNvPr>
          <p:cNvSpPr>
            <a:spLocks noGrp="1"/>
          </p:cNvSpPr>
          <p:nvPr>
            <p:ph idx="1"/>
          </p:nvPr>
        </p:nvSpPr>
        <p:spPr>
          <a:xfrm>
            <a:off x="0" y="708025"/>
            <a:ext cx="9144000" cy="3009007"/>
          </a:xfrm>
        </p:spPr>
        <p:txBody>
          <a:bodyPr>
            <a:normAutofit fontScale="85000" lnSpcReduction="10000"/>
          </a:bodyPr>
          <a:lstStyle/>
          <a:p>
            <a:r>
              <a:rPr lang="sr-Latn-RS" dirty="0"/>
              <a:t>Ponekad problem koji treba da se reši  ne poseduje visoki stepen paralelizma na nivou podataka, već poseduje tvz. funkcionalni paralelizam</a:t>
            </a:r>
          </a:p>
          <a:p>
            <a:pPr lvl="1"/>
            <a:r>
              <a:rPr lang="sr-Latn-RS" dirty="0"/>
              <a:t>funkcionalni paralelizam postoji kada postoje različite operacije koje se mogu jednovremeno obavljati, obično nad različitim skupom podataka.</a:t>
            </a:r>
          </a:p>
          <a:p>
            <a:pPr lvl="1"/>
            <a:r>
              <a:rPr lang="sr-Latn-RS" dirty="0"/>
              <a:t>ove funkcije se dodeljuju različitim primitivnim zadacima (taskovima) na izvršenje i </a:t>
            </a:r>
            <a:r>
              <a:rPr lang="en-US" dirty="0"/>
              <a:t>i</a:t>
            </a:r>
            <a:r>
              <a:rPr lang="sr-Latn-RS" dirty="0"/>
              <a:t>dentifikuju se podaci nad kojima se funkcije obavljaju</a:t>
            </a:r>
          </a:p>
          <a:p>
            <a:pPr lvl="1"/>
            <a:r>
              <a:rPr lang="sr-Latn-RS" dirty="0"/>
              <a:t>u ovom slučaju akcenat je na izračunavanju koje treba da se obavi.</a:t>
            </a:r>
          </a:p>
          <a:p>
            <a:pPr lvl="1"/>
            <a:endParaRPr lang="sr-Latn-RS" dirty="0"/>
          </a:p>
          <a:p>
            <a:endParaRPr lang="sr-Latn-RS" dirty="0"/>
          </a:p>
        </p:txBody>
      </p:sp>
      <p:pic>
        <p:nvPicPr>
          <p:cNvPr id="6" name="Picture 2" descr="https://computing.llnl.gov/tutorials/parallel_comp/images/functional_decomp.gif">
            <a:extLst>
              <a:ext uri="{FF2B5EF4-FFF2-40B4-BE49-F238E27FC236}">
                <a16:creationId xmlns:a16="http://schemas.microsoft.com/office/drawing/2014/main" id="{F4BFE445-753B-90DD-F84A-4D45329C1E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513" y="3723382"/>
            <a:ext cx="3384376" cy="2035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descr="Functional decomposition example">
            <a:extLst>
              <a:ext uri="{FF2B5EF4-FFF2-40B4-BE49-F238E27FC236}">
                <a16:creationId xmlns:a16="http://schemas.microsoft.com/office/drawing/2014/main" id="{0CAF5E07-6C52-6D07-FC0A-78505248CEC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95533" y="4005064"/>
            <a:ext cx="5024939" cy="1944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49009623"/>
      </p:ext>
    </p:extLst>
  </p:cSld>
  <p:clrMapOvr>
    <a:masterClrMapping/>
  </p:clrMapOvr>
  <p:transition>
    <p:pull dir="d"/>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C7B9ED-8EEC-5C10-8C03-C3755090B869}"/>
              </a:ext>
            </a:extLst>
          </p:cNvPr>
          <p:cNvSpPr>
            <a:spLocks noGrp="1"/>
          </p:cNvSpPr>
          <p:nvPr>
            <p:ph type="title"/>
          </p:nvPr>
        </p:nvSpPr>
        <p:spPr>
          <a:xfrm>
            <a:off x="0" y="0"/>
            <a:ext cx="9144000" cy="584767"/>
          </a:xfrm>
        </p:spPr>
        <p:txBody>
          <a:bodyPr/>
          <a:lstStyle/>
          <a:p>
            <a:r>
              <a:rPr lang="sr-Latn-RS" sz="3200" dirty="0"/>
              <a:t>Fosterova lista za procenu dekompozicije</a:t>
            </a:r>
          </a:p>
        </p:txBody>
      </p:sp>
      <p:sp>
        <p:nvSpPr>
          <p:cNvPr id="3" name="Content Placeholder 2">
            <a:extLst>
              <a:ext uri="{FF2B5EF4-FFF2-40B4-BE49-F238E27FC236}">
                <a16:creationId xmlns:a16="http://schemas.microsoft.com/office/drawing/2014/main" id="{7BE41831-5B8B-E9E5-B016-410F9CF37531}"/>
              </a:ext>
            </a:extLst>
          </p:cNvPr>
          <p:cNvSpPr>
            <a:spLocks noGrp="1"/>
          </p:cNvSpPr>
          <p:nvPr>
            <p:ph idx="1"/>
          </p:nvPr>
        </p:nvSpPr>
        <p:spPr/>
        <p:txBody>
          <a:bodyPr>
            <a:normAutofit/>
          </a:bodyPr>
          <a:lstStyle/>
          <a:p>
            <a:r>
              <a:rPr lang="sr-Latn-RS" dirty="0"/>
              <a:t>Dekompozicija treba da zadovolji (što je moguće više) sledeće kriterijume:</a:t>
            </a:r>
          </a:p>
          <a:p>
            <a:pPr lvl="1"/>
            <a:r>
              <a:rPr lang="sr-Latn-RS" dirty="0"/>
              <a:t>Broj zadataka (taskova) koji proizilazi iz dekompozicije treba da bude bar za red veličine veći od broja procesora u sistemu.</a:t>
            </a:r>
          </a:p>
          <a:p>
            <a:pPr lvl="1"/>
            <a:r>
              <a:rPr lang="sr-Latn-RS" dirty="0"/>
              <a:t>redundantna izračunavanja i redundantne podatke treba svseti na minimum</a:t>
            </a:r>
          </a:p>
          <a:p>
            <a:pPr lvl="1"/>
            <a:r>
              <a:rPr lang="en-US" dirty="0" err="1"/>
              <a:t>Primiti</a:t>
            </a:r>
            <a:r>
              <a:rPr lang="sr-Latn-RS" dirty="0"/>
              <a:t>vni zadaci (taskovi) treba da su približno istog obima</a:t>
            </a:r>
          </a:p>
          <a:p>
            <a:pPr lvl="1"/>
            <a:r>
              <a:rPr lang="sr-Latn-RS" dirty="0"/>
              <a:t>Broj taskova treba da je rastuća funkcija obima problema.</a:t>
            </a:r>
          </a:p>
          <a:p>
            <a:pPr lvl="1"/>
            <a:r>
              <a:rPr lang="sr-Latn-RS" dirty="0"/>
              <a:t>Dobro je identifikovati nekoliko alternativnih dekompozicija</a:t>
            </a:r>
          </a:p>
          <a:p>
            <a:pPr lvl="1"/>
            <a:r>
              <a:rPr lang="sr-Latn-RS" dirty="0"/>
              <a:t>Istražiti mogućnosti i domenske i funkcionalne dekompozicije. </a:t>
            </a:r>
          </a:p>
        </p:txBody>
      </p:sp>
    </p:spTree>
    <p:extLst>
      <p:ext uri="{BB962C8B-B14F-4D97-AF65-F5344CB8AC3E}">
        <p14:creationId xmlns:p14="http://schemas.microsoft.com/office/powerpoint/2010/main" val="3313498451"/>
      </p:ext>
    </p:extLst>
  </p:cSld>
  <p:clrMapOvr>
    <a:masterClrMapping/>
  </p:clrMapOvr>
  <p:transition>
    <p:pull dir="d"/>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03586A-7A78-ABEE-143F-814646B1C6E6}"/>
              </a:ext>
            </a:extLst>
          </p:cNvPr>
          <p:cNvSpPr>
            <a:spLocks noGrp="1"/>
          </p:cNvSpPr>
          <p:nvPr>
            <p:ph type="title"/>
          </p:nvPr>
        </p:nvSpPr>
        <p:spPr/>
        <p:txBody>
          <a:bodyPr/>
          <a:lstStyle/>
          <a:p>
            <a:r>
              <a:rPr lang="sr-Latn-RS" dirty="0"/>
              <a:t>Komunikacija</a:t>
            </a:r>
          </a:p>
        </p:txBody>
      </p:sp>
      <p:sp>
        <p:nvSpPr>
          <p:cNvPr id="3" name="Content Placeholder 2">
            <a:extLst>
              <a:ext uri="{FF2B5EF4-FFF2-40B4-BE49-F238E27FC236}">
                <a16:creationId xmlns:a16="http://schemas.microsoft.com/office/drawing/2014/main" id="{57473899-9626-EB22-72F1-77DCBF1091C7}"/>
              </a:ext>
            </a:extLst>
          </p:cNvPr>
          <p:cNvSpPr>
            <a:spLocks noGrp="1"/>
          </p:cNvSpPr>
          <p:nvPr>
            <p:ph idx="1"/>
          </p:nvPr>
        </p:nvSpPr>
        <p:spPr/>
        <p:txBody>
          <a:bodyPr/>
          <a:lstStyle/>
          <a:p>
            <a:r>
              <a:rPr lang="sr-Latn-RS" dirty="0"/>
              <a:t>Kada je izračunavanje podeljeno na nekoliko zadataka (taskova) koji se mogu izvršavati na različitim procesorima, neki od podataka potrebnih tasku mogu biti u lokalnoj memoriji procesora, ali neki mogu biti u memoriji drugog procesora. </a:t>
            </a:r>
          </a:p>
          <a:p>
            <a:pPr lvl="1"/>
            <a:r>
              <a:rPr lang="sr-Latn-RS" dirty="0"/>
              <a:t>Zbog toga se javlja potreba za razmenom podataka, tj. za komunikacijom</a:t>
            </a:r>
          </a:p>
          <a:p>
            <a:pPr lvl="2"/>
            <a:r>
              <a:rPr lang="sr-Latn-RS" dirty="0"/>
              <a:t>Ona je posledica paralelizacije. To je overhead koji se plaća paralelizaciji</a:t>
            </a:r>
          </a:p>
          <a:p>
            <a:pPr lvl="2"/>
            <a:r>
              <a:rPr lang="sr-Latn-RS" dirty="0"/>
              <a:t>potrebno je prvo identifikovati gde se javlja potreba za komunikacijom.</a:t>
            </a:r>
          </a:p>
          <a:p>
            <a:pPr lvl="1"/>
            <a:r>
              <a:rPr lang="sr-Latn-RS" dirty="0"/>
              <a:t>Lokanla komunikacija</a:t>
            </a:r>
          </a:p>
          <a:p>
            <a:pPr lvl="2"/>
            <a:r>
              <a:rPr lang="sr-Latn-RS" sz="2000" b="0" i="0" u="none" strike="noStrike" baseline="0" dirty="0">
                <a:latin typeface="F15"/>
              </a:rPr>
              <a:t>zadatak dobija podatke od malog broja drugih zadataka</a:t>
            </a:r>
            <a:endParaRPr lang="sr-Latn-RS" dirty="0"/>
          </a:p>
          <a:p>
            <a:pPr lvl="1"/>
            <a:r>
              <a:rPr lang="sr-Latn-RS" dirty="0"/>
              <a:t>globalna komunikacija</a:t>
            </a:r>
          </a:p>
          <a:p>
            <a:pPr lvl="2"/>
            <a:r>
              <a:rPr lang="sr-Latn-RS" dirty="0"/>
              <a:t>podaci se dobijaju od velikog broja zadataka</a:t>
            </a:r>
          </a:p>
          <a:p>
            <a:pPr lvl="1"/>
            <a:endParaRPr lang="sr-Latn-RS" dirty="0"/>
          </a:p>
        </p:txBody>
      </p:sp>
    </p:spTree>
    <p:extLst>
      <p:ext uri="{BB962C8B-B14F-4D97-AF65-F5344CB8AC3E}">
        <p14:creationId xmlns:p14="http://schemas.microsoft.com/office/powerpoint/2010/main" val="3414671288"/>
      </p:ext>
    </p:extLst>
  </p:cSld>
  <p:clrMapOvr>
    <a:masterClrMapping/>
  </p:clrMapOvr>
  <p:transition>
    <p:pull dir="d"/>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1DC365-3BBA-D29A-0EAE-FD14CAD18A5E}"/>
              </a:ext>
            </a:extLst>
          </p:cNvPr>
          <p:cNvSpPr>
            <a:spLocks noGrp="1"/>
          </p:cNvSpPr>
          <p:nvPr>
            <p:ph type="title"/>
          </p:nvPr>
        </p:nvSpPr>
        <p:spPr>
          <a:xfrm>
            <a:off x="0" y="0"/>
            <a:ext cx="9144000" cy="646323"/>
          </a:xfrm>
        </p:spPr>
        <p:txBody>
          <a:bodyPr/>
          <a:lstStyle/>
          <a:p>
            <a:r>
              <a:rPr lang="sr-Latn-RS" sz="3600" dirty="0"/>
              <a:t>Fosterova lista za procenu komunikacje</a:t>
            </a:r>
          </a:p>
        </p:txBody>
      </p:sp>
      <p:sp>
        <p:nvSpPr>
          <p:cNvPr id="3" name="Content Placeholder 2">
            <a:extLst>
              <a:ext uri="{FF2B5EF4-FFF2-40B4-BE49-F238E27FC236}">
                <a16:creationId xmlns:a16="http://schemas.microsoft.com/office/drawing/2014/main" id="{59CF3B84-6F29-F894-FE79-2C22AB454500}"/>
              </a:ext>
            </a:extLst>
          </p:cNvPr>
          <p:cNvSpPr>
            <a:spLocks noGrp="1"/>
          </p:cNvSpPr>
          <p:nvPr>
            <p:ph idx="1"/>
          </p:nvPr>
        </p:nvSpPr>
        <p:spPr/>
        <p:txBody>
          <a:bodyPr/>
          <a:lstStyle/>
          <a:p>
            <a:r>
              <a:rPr lang="sr-Latn-RS" dirty="0"/>
              <a:t>Kriterijumi za procenu</a:t>
            </a:r>
          </a:p>
          <a:p>
            <a:pPr lvl="1"/>
            <a:r>
              <a:rPr lang="sr-Latn-RS" dirty="0"/>
              <a:t>Da li svi zadaci imaju približno jednak obim komunikacije.</a:t>
            </a:r>
          </a:p>
          <a:p>
            <a:pPr lvl="2"/>
            <a:r>
              <a:rPr lang="sr-Latn-RS" dirty="0"/>
              <a:t> Nebalansiranost u komunikaciji sugeriše da se paralelni algoritam neće dobro skalirati sa porastom obima problema.</a:t>
            </a:r>
          </a:p>
          <a:p>
            <a:pPr lvl="1"/>
            <a:r>
              <a:rPr lang="sr-Latn-RS" dirty="0"/>
              <a:t>Svaki zadatak treba da komunicira sa malim brojem suseda.</a:t>
            </a:r>
          </a:p>
          <a:p>
            <a:pPr lvl="2"/>
            <a:r>
              <a:rPr lang="sr-Latn-RS" dirty="0"/>
              <a:t> Ako zadatak treba da komunicira sa velikim brojem drugih zadataka to će kreirati veliki overhead kod izvršenja paralelnog programa.</a:t>
            </a:r>
          </a:p>
          <a:p>
            <a:pPr lvl="1"/>
            <a:r>
              <a:rPr lang="sr-Latn-RS" dirty="0"/>
              <a:t>Komunikacija između zadataka treba da se obavlja konkurentno, tj. više zadataka može međusobno da komunicira u isto vreme</a:t>
            </a:r>
          </a:p>
          <a:p>
            <a:pPr lvl="2"/>
            <a:r>
              <a:rPr lang="sr-Latn-RS" dirty="0"/>
              <a:t>u protivnom paralelni algoritam će biti neefikasan i slabo skalabilan</a:t>
            </a:r>
          </a:p>
          <a:p>
            <a:pPr lvl="1"/>
            <a:endParaRPr lang="sr-Latn-RS" dirty="0"/>
          </a:p>
        </p:txBody>
      </p:sp>
    </p:spTree>
    <p:extLst>
      <p:ext uri="{BB962C8B-B14F-4D97-AF65-F5344CB8AC3E}">
        <p14:creationId xmlns:p14="http://schemas.microsoft.com/office/powerpoint/2010/main" val="4027627167"/>
      </p:ext>
    </p:extLst>
  </p:cSld>
  <p:clrMapOvr>
    <a:masterClrMapping/>
  </p:clrMapOvr>
  <p:transition>
    <p:pull dir="d"/>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B0F35-EBCA-3C5A-15B7-A1A343652A2B}"/>
              </a:ext>
            </a:extLst>
          </p:cNvPr>
          <p:cNvSpPr>
            <a:spLocks noGrp="1"/>
          </p:cNvSpPr>
          <p:nvPr>
            <p:ph type="title"/>
          </p:nvPr>
        </p:nvSpPr>
        <p:spPr/>
        <p:txBody>
          <a:bodyPr/>
          <a:lstStyle/>
          <a:p>
            <a:r>
              <a:rPr lang="sr-Latn-RS" dirty="0"/>
              <a:t>Aglomeracija</a:t>
            </a:r>
          </a:p>
        </p:txBody>
      </p:sp>
      <p:sp>
        <p:nvSpPr>
          <p:cNvPr id="3" name="Content Placeholder 2">
            <a:extLst>
              <a:ext uri="{FF2B5EF4-FFF2-40B4-BE49-F238E27FC236}">
                <a16:creationId xmlns:a16="http://schemas.microsoft.com/office/drawing/2014/main" id="{01555A7C-2B63-2DA6-66BB-2B0B8930E874}"/>
              </a:ext>
            </a:extLst>
          </p:cNvPr>
          <p:cNvSpPr>
            <a:spLocks noGrp="1"/>
          </p:cNvSpPr>
          <p:nvPr>
            <p:ph idx="1"/>
          </p:nvPr>
        </p:nvSpPr>
        <p:spPr/>
        <p:txBody>
          <a:bodyPr/>
          <a:lstStyle/>
          <a:p>
            <a:r>
              <a:rPr lang="sr-Latn-RS" dirty="0"/>
              <a:t>Aglomeracija podrazumeva kombinovanje grupa od dva iliviše zadataka u veće zadatke, kako bi se smanjio broj zadataka i potreba za komunikacijom. </a:t>
            </a:r>
            <a:endParaRPr lang="en-US" dirty="0"/>
          </a:p>
          <a:p>
            <a:pPr lvl="1"/>
            <a:r>
              <a:rPr lang="en-US" dirty="0" err="1"/>
              <a:t>alomeracijom</a:t>
            </a:r>
            <a:r>
              <a:rPr lang="en-US" dirty="0"/>
              <a:t> se </a:t>
            </a:r>
            <a:r>
              <a:rPr lang="en-US" dirty="0" err="1"/>
              <a:t>sa</a:t>
            </a:r>
            <a:r>
              <a:rPr lang="en-US" dirty="0"/>
              <a:t> </a:t>
            </a:r>
            <a:r>
              <a:rPr lang="en-US" dirty="0" err="1"/>
              <a:t>sitno-zrnastog</a:t>
            </a:r>
            <a:r>
              <a:rPr lang="en-US" dirty="0"/>
              <a:t> (fine grained) </a:t>
            </a:r>
            <a:r>
              <a:rPr lang="en-US" dirty="0" err="1"/>
              <a:t>paralelizma</a:t>
            </a:r>
            <a:r>
              <a:rPr lang="en-US" dirty="0"/>
              <a:t> </a:t>
            </a:r>
            <a:r>
              <a:rPr lang="en-US" dirty="0" err="1"/>
              <a:t>prelazi</a:t>
            </a:r>
            <a:r>
              <a:rPr lang="en-US" dirty="0"/>
              <a:t> </a:t>
            </a:r>
            <a:r>
              <a:rPr lang="en-US" dirty="0" err="1"/>
              <a:t>na</a:t>
            </a:r>
            <a:r>
              <a:rPr lang="en-US" dirty="0"/>
              <a:t> </a:t>
            </a:r>
            <a:r>
              <a:rPr lang="en-US" dirty="0" err="1"/>
              <a:t>srednje-zrnati</a:t>
            </a:r>
            <a:r>
              <a:rPr lang="en-US" dirty="0"/>
              <a:t> (coarse grained) </a:t>
            </a:r>
            <a:r>
              <a:rPr lang="en-US" dirty="0" err="1"/>
              <a:t>paralelizam</a:t>
            </a:r>
            <a:r>
              <a:rPr lang="en-US" dirty="0"/>
              <a:t>.</a:t>
            </a:r>
            <a:endParaRPr lang="sr-Latn-RS" dirty="0"/>
          </a:p>
          <a:p>
            <a:pPr lvl="2"/>
            <a:r>
              <a:rPr lang="sr-Latn-RS" dirty="0"/>
              <a:t>Njegova svrha je poboljšanje performansi i pojednostavljenje programiranja. </a:t>
            </a:r>
          </a:p>
          <a:p>
            <a:pPr lvl="1"/>
            <a:r>
              <a:rPr lang="sr-Latn-RS" dirty="0"/>
              <a:t>Aglomeracija je problem optimizacije</a:t>
            </a:r>
          </a:p>
          <a:p>
            <a:pPr lvl="2"/>
            <a:r>
              <a:rPr lang="sr-Latn-RS" dirty="0"/>
              <a:t> Veoma često ciljevi su u suprotnosti, pa je potrebno napraviti kompromise.</a:t>
            </a:r>
          </a:p>
        </p:txBody>
      </p:sp>
    </p:spTree>
    <p:extLst>
      <p:ext uri="{BB962C8B-B14F-4D97-AF65-F5344CB8AC3E}">
        <p14:creationId xmlns:p14="http://schemas.microsoft.com/office/powerpoint/2010/main" val="4268837109"/>
      </p:ext>
    </p:extLst>
  </p:cSld>
  <p:clrMapOvr>
    <a:masterClrMapping/>
  </p:clrMapOvr>
  <p:transition>
    <p:pull dir="d"/>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76FA8F-821F-1CD1-6D55-8D14DB3A0269}"/>
              </a:ext>
            </a:extLst>
          </p:cNvPr>
          <p:cNvSpPr>
            <a:spLocks noGrp="1"/>
          </p:cNvSpPr>
          <p:nvPr>
            <p:ph type="title"/>
          </p:nvPr>
        </p:nvSpPr>
        <p:spPr/>
        <p:txBody>
          <a:bodyPr/>
          <a:lstStyle/>
          <a:p>
            <a:r>
              <a:rPr lang="en-US" dirty="0" err="1"/>
              <a:t>Preslikavanje</a:t>
            </a:r>
            <a:r>
              <a:rPr lang="en-US" dirty="0"/>
              <a:t> (mapping)</a:t>
            </a:r>
            <a:endParaRPr lang="sr-Latn-RS" dirty="0"/>
          </a:p>
        </p:txBody>
      </p:sp>
      <p:sp>
        <p:nvSpPr>
          <p:cNvPr id="3" name="Content Placeholder 2">
            <a:extLst>
              <a:ext uri="{FF2B5EF4-FFF2-40B4-BE49-F238E27FC236}">
                <a16:creationId xmlns:a16="http://schemas.microsoft.com/office/drawing/2014/main" id="{A4620ABE-3C8E-A7FF-DEE0-943C123C3C47}"/>
              </a:ext>
            </a:extLst>
          </p:cNvPr>
          <p:cNvSpPr>
            <a:spLocks noGrp="1"/>
          </p:cNvSpPr>
          <p:nvPr>
            <p:ph idx="1"/>
          </p:nvPr>
        </p:nvSpPr>
        <p:spPr/>
        <p:txBody>
          <a:bodyPr/>
          <a:lstStyle/>
          <a:p>
            <a:r>
              <a:rPr lang="en-US" dirty="0" err="1"/>
              <a:t>Podrazumeva</a:t>
            </a:r>
            <a:r>
              <a:rPr lang="en-US" dirty="0"/>
              <a:t> </a:t>
            </a:r>
            <a:r>
              <a:rPr lang="en-US" dirty="0" err="1"/>
              <a:t>dodelu</a:t>
            </a:r>
            <a:r>
              <a:rPr lang="en-US" dirty="0"/>
              <a:t> </a:t>
            </a:r>
            <a:r>
              <a:rPr lang="en-US" dirty="0" err="1"/>
              <a:t>zadataka</a:t>
            </a:r>
            <a:r>
              <a:rPr lang="en-US" dirty="0"/>
              <a:t> </a:t>
            </a:r>
            <a:r>
              <a:rPr lang="en-US" dirty="0" err="1"/>
              <a:t>procesorima</a:t>
            </a:r>
            <a:endParaRPr lang="en-US" dirty="0"/>
          </a:p>
          <a:p>
            <a:r>
              <a:rPr lang="en-US" dirty="0" err="1"/>
              <a:t>Cilj</a:t>
            </a:r>
            <a:r>
              <a:rPr lang="en-US" dirty="0"/>
              <a:t>: </a:t>
            </a:r>
            <a:r>
              <a:rPr lang="en-US" dirty="0" err="1"/>
              <a:t>minimizirati</a:t>
            </a:r>
            <a:r>
              <a:rPr lang="en-US" dirty="0"/>
              <a:t> </a:t>
            </a:r>
            <a:r>
              <a:rPr lang="en-US" dirty="0" err="1"/>
              <a:t>ukupno</a:t>
            </a:r>
            <a:r>
              <a:rPr lang="en-US" dirty="0"/>
              <a:t> </a:t>
            </a:r>
            <a:r>
              <a:rPr lang="en-US" dirty="0" err="1"/>
              <a:t>vreme</a:t>
            </a:r>
            <a:r>
              <a:rPr lang="en-US" dirty="0"/>
              <a:t> </a:t>
            </a:r>
            <a:r>
              <a:rPr lang="en-US" dirty="0" err="1"/>
              <a:t>izvr</a:t>
            </a:r>
            <a:r>
              <a:rPr lang="sr-Latn-RS" dirty="0"/>
              <a:t>šenja programa</a:t>
            </a:r>
          </a:p>
          <a:p>
            <a:r>
              <a:rPr lang="sr-Latn-RS" dirty="0"/>
              <a:t>Smernice:</a:t>
            </a:r>
          </a:p>
          <a:p>
            <a:pPr lvl="1"/>
            <a:r>
              <a:rPr lang="sr-Latn-RS" dirty="0"/>
              <a:t>zadaci koji mogu da se izvršavaju konkurentno se dodeljuju (preslikavaju) različitim procesorima. </a:t>
            </a:r>
            <a:endParaRPr lang="en-US" dirty="0"/>
          </a:p>
          <a:p>
            <a:pPr lvl="1"/>
            <a:r>
              <a:rPr lang="sr-Latn-RS" dirty="0"/>
              <a:t>Zadaci koji zahtevaju čestu međusobnu komunikaciju se dodeljuju istom procesoru. </a:t>
            </a:r>
          </a:p>
          <a:p>
            <a:pPr lvl="1"/>
            <a:r>
              <a:rPr lang="sr-Latn-RS" dirty="0"/>
              <a:t>poželjno je da svi procesori dobiju istu količinu posla</a:t>
            </a:r>
          </a:p>
          <a:p>
            <a:pPr lvl="2"/>
            <a:r>
              <a:rPr lang="sr-Latn-RS" dirty="0"/>
              <a:t>neravnomerna raspodela poslova dovodi do lošijih peformansi.</a:t>
            </a:r>
          </a:p>
          <a:p>
            <a:pPr lvl="2"/>
            <a:r>
              <a:rPr lang="sr-Latn-RS" dirty="0"/>
              <a:t>procesor koji obavlja najveći posao će definisati vreme rada celog sistema.</a:t>
            </a:r>
          </a:p>
          <a:p>
            <a:pPr lvl="1"/>
            <a:r>
              <a:rPr lang="sr-Latn-RS" dirty="0"/>
              <a:t>Na žalost da bi se postiglo izbalansirano opterećenje procesora nekada se moraju primeniti komplikovani algoritmi</a:t>
            </a:r>
          </a:p>
          <a:p>
            <a:endParaRPr lang="sr-Latn-RS" dirty="0"/>
          </a:p>
        </p:txBody>
      </p:sp>
    </p:spTree>
    <p:extLst>
      <p:ext uri="{BB962C8B-B14F-4D97-AF65-F5344CB8AC3E}">
        <p14:creationId xmlns:p14="http://schemas.microsoft.com/office/powerpoint/2010/main" val="1269774193"/>
      </p:ext>
    </p:extLst>
  </p:cSld>
  <p:clrMapOvr>
    <a:masterClrMapping/>
  </p:clrMapOvr>
  <p:transition>
    <p:pull dir="d"/>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D807861-7AD0-E6D0-35CF-9CC7F586C115}"/>
              </a:ext>
            </a:extLst>
          </p:cNvPr>
          <p:cNvSpPr>
            <a:spLocks noGrp="1"/>
          </p:cNvSpPr>
          <p:nvPr>
            <p:ph type="title"/>
          </p:nvPr>
        </p:nvSpPr>
        <p:spPr/>
        <p:txBody>
          <a:bodyPr/>
          <a:lstStyle/>
          <a:p>
            <a:r>
              <a:rPr lang="sr-Latn-RS"/>
              <a:t>Projektovanje paralelnih algoritama</a:t>
            </a:r>
          </a:p>
        </p:txBody>
      </p:sp>
      <p:pic>
        <p:nvPicPr>
          <p:cNvPr id="6" name="Picture 5">
            <a:extLst>
              <a:ext uri="{FF2B5EF4-FFF2-40B4-BE49-F238E27FC236}">
                <a16:creationId xmlns:a16="http://schemas.microsoft.com/office/drawing/2014/main" id="{101BBF8D-AC75-9D85-D767-42FF5481E442}"/>
              </a:ext>
            </a:extLst>
          </p:cNvPr>
          <p:cNvPicPr>
            <a:picLocks noChangeAspect="1"/>
          </p:cNvPicPr>
          <p:nvPr/>
        </p:nvPicPr>
        <p:blipFill>
          <a:blip r:embed="rId2"/>
          <a:stretch>
            <a:fillRect/>
          </a:stretch>
        </p:blipFill>
        <p:spPr>
          <a:xfrm>
            <a:off x="1835696" y="628487"/>
            <a:ext cx="5727154" cy="6246975"/>
          </a:xfrm>
          <a:prstGeom prst="rect">
            <a:avLst/>
          </a:prstGeom>
        </p:spPr>
      </p:pic>
    </p:spTree>
    <p:extLst>
      <p:ext uri="{BB962C8B-B14F-4D97-AF65-F5344CB8AC3E}">
        <p14:creationId xmlns:p14="http://schemas.microsoft.com/office/powerpoint/2010/main" val="1229593150"/>
      </p:ext>
    </p:extLst>
  </p:cSld>
  <p:clrMapOvr>
    <a:masterClrMapping/>
  </p:clrMapOvr>
  <p:transition>
    <p:pull dir="d"/>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DFB40C-821A-80D1-2A97-3536C0FF6F31}"/>
              </a:ext>
            </a:extLst>
          </p:cNvPr>
          <p:cNvSpPr>
            <a:spLocks noGrp="1"/>
          </p:cNvSpPr>
          <p:nvPr>
            <p:ph type="title"/>
          </p:nvPr>
        </p:nvSpPr>
        <p:spPr/>
        <p:txBody>
          <a:bodyPr/>
          <a:lstStyle/>
          <a:p>
            <a:r>
              <a:rPr lang="sr-Latn-RS" dirty="0"/>
              <a:t>Primer</a:t>
            </a:r>
          </a:p>
        </p:txBody>
      </p:sp>
      <p:sp>
        <p:nvSpPr>
          <p:cNvPr id="3" name="Content Placeholder 2">
            <a:extLst>
              <a:ext uri="{FF2B5EF4-FFF2-40B4-BE49-F238E27FC236}">
                <a16:creationId xmlns:a16="http://schemas.microsoft.com/office/drawing/2014/main" id="{A35B7140-CA06-8BE7-58E4-7F98E03E7E59}"/>
              </a:ext>
            </a:extLst>
          </p:cNvPr>
          <p:cNvSpPr>
            <a:spLocks noGrp="1"/>
          </p:cNvSpPr>
          <p:nvPr>
            <p:ph idx="1"/>
          </p:nvPr>
        </p:nvSpPr>
        <p:spPr>
          <a:xfrm>
            <a:off x="0" y="708025"/>
            <a:ext cx="9144000" cy="1424831"/>
          </a:xfrm>
        </p:spPr>
        <p:txBody>
          <a:bodyPr/>
          <a:lstStyle/>
          <a:p>
            <a:r>
              <a:rPr lang="sr-Latn-RS" dirty="0"/>
              <a:t>Obrada upita u bazi podataka automobila</a:t>
            </a:r>
          </a:p>
          <a:p>
            <a:pPr lvl="1"/>
            <a:r>
              <a:rPr lang="en-US" sz="2000" dirty="0"/>
              <a:t>MODEL = “CIVIC'' AND YEAR = 2001 AND (COLOR =“GR EEN'' OR COLOR =“WHITE”)</a:t>
            </a:r>
          </a:p>
          <a:p>
            <a:pPr lvl="1"/>
            <a:endParaRPr lang="en-US" sz="2000" dirty="0"/>
          </a:p>
          <a:p>
            <a:pPr lvl="1"/>
            <a:endParaRPr lang="sr-Latn-RS" sz="2000" dirty="0"/>
          </a:p>
        </p:txBody>
      </p:sp>
      <p:pic>
        <p:nvPicPr>
          <p:cNvPr id="5" name="Picture 4">
            <a:extLst>
              <a:ext uri="{FF2B5EF4-FFF2-40B4-BE49-F238E27FC236}">
                <a16:creationId xmlns:a16="http://schemas.microsoft.com/office/drawing/2014/main" id="{9BC6B697-F7BB-A547-9B95-761B05F6E69A}"/>
              </a:ext>
            </a:extLst>
          </p:cNvPr>
          <p:cNvPicPr>
            <a:picLocks noChangeAspect="1"/>
          </p:cNvPicPr>
          <p:nvPr/>
        </p:nvPicPr>
        <p:blipFill>
          <a:blip r:embed="rId3"/>
          <a:stretch>
            <a:fillRect/>
          </a:stretch>
        </p:blipFill>
        <p:spPr>
          <a:xfrm>
            <a:off x="108520" y="2165492"/>
            <a:ext cx="9144000" cy="4647884"/>
          </a:xfrm>
          <a:prstGeom prst="rect">
            <a:avLst/>
          </a:prstGeom>
        </p:spPr>
      </p:pic>
    </p:spTree>
    <p:extLst>
      <p:ext uri="{BB962C8B-B14F-4D97-AF65-F5344CB8AC3E}">
        <p14:creationId xmlns:p14="http://schemas.microsoft.com/office/powerpoint/2010/main" val="3374823533"/>
      </p:ext>
    </p:extLst>
  </p:cSld>
  <p:clrMapOvr>
    <a:masterClrMapping/>
  </p:clrMapOvr>
  <p:transition>
    <p:pull dir="d"/>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84E8556-322B-E191-B0EA-2C812C7AD890}"/>
              </a:ext>
            </a:extLst>
          </p:cNvPr>
          <p:cNvSpPr>
            <a:spLocks noGrp="1"/>
          </p:cNvSpPr>
          <p:nvPr>
            <p:ph type="title"/>
          </p:nvPr>
        </p:nvSpPr>
        <p:spPr/>
        <p:txBody>
          <a:bodyPr/>
          <a:lstStyle/>
          <a:p>
            <a:r>
              <a:rPr lang="sr-Latn-RS" dirty="0"/>
              <a:t>Dekompozicija i obrada upita</a:t>
            </a:r>
          </a:p>
        </p:txBody>
      </p:sp>
      <p:pic>
        <p:nvPicPr>
          <p:cNvPr id="6" name="Picture 5">
            <a:extLst>
              <a:ext uri="{FF2B5EF4-FFF2-40B4-BE49-F238E27FC236}">
                <a16:creationId xmlns:a16="http://schemas.microsoft.com/office/drawing/2014/main" id="{0C0A5D6A-4C81-1DE0-6767-CCD841BF757D}"/>
              </a:ext>
            </a:extLst>
          </p:cNvPr>
          <p:cNvPicPr>
            <a:picLocks noChangeAspect="1"/>
          </p:cNvPicPr>
          <p:nvPr/>
        </p:nvPicPr>
        <p:blipFill>
          <a:blip r:embed="rId3"/>
          <a:stretch>
            <a:fillRect/>
          </a:stretch>
        </p:blipFill>
        <p:spPr>
          <a:xfrm>
            <a:off x="1143000" y="1233487"/>
            <a:ext cx="6858000" cy="4391025"/>
          </a:xfrm>
          <a:prstGeom prst="rect">
            <a:avLst/>
          </a:prstGeom>
        </p:spPr>
      </p:pic>
    </p:spTree>
    <p:extLst>
      <p:ext uri="{BB962C8B-B14F-4D97-AF65-F5344CB8AC3E}">
        <p14:creationId xmlns:p14="http://schemas.microsoft.com/office/powerpoint/2010/main" val="3064914385"/>
      </p:ext>
    </p:extLst>
  </p:cSld>
  <p:clrMapOvr>
    <a:masterClrMapping/>
  </p:clrMapOvr>
  <p:transition>
    <p:pull dir="d"/>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FF8063-56E4-9A6B-104E-BF1059CF6439}"/>
              </a:ext>
            </a:extLst>
          </p:cNvPr>
          <p:cNvSpPr>
            <a:spLocks noGrp="1"/>
          </p:cNvSpPr>
          <p:nvPr>
            <p:ph type="title"/>
          </p:nvPr>
        </p:nvSpPr>
        <p:spPr/>
        <p:txBody>
          <a:bodyPr/>
          <a:lstStyle/>
          <a:p>
            <a:r>
              <a:rPr lang="sr-Latn-RS" dirty="0"/>
              <a:t>Dekompozicija i obrada upita V2</a:t>
            </a:r>
          </a:p>
        </p:txBody>
      </p:sp>
      <p:pic>
        <p:nvPicPr>
          <p:cNvPr id="4" name="Picture 3">
            <a:extLst>
              <a:ext uri="{FF2B5EF4-FFF2-40B4-BE49-F238E27FC236}">
                <a16:creationId xmlns:a16="http://schemas.microsoft.com/office/drawing/2014/main" id="{B2674D0D-AA51-91EA-672F-7FF343FB2B17}"/>
              </a:ext>
            </a:extLst>
          </p:cNvPr>
          <p:cNvPicPr>
            <a:picLocks noChangeAspect="1"/>
          </p:cNvPicPr>
          <p:nvPr/>
        </p:nvPicPr>
        <p:blipFill>
          <a:blip r:embed="rId3"/>
          <a:stretch>
            <a:fillRect/>
          </a:stretch>
        </p:blipFill>
        <p:spPr>
          <a:xfrm>
            <a:off x="0" y="656421"/>
            <a:ext cx="9144000" cy="5545157"/>
          </a:xfrm>
          <a:prstGeom prst="rect">
            <a:avLst/>
          </a:prstGeom>
        </p:spPr>
      </p:pic>
    </p:spTree>
    <p:extLst>
      <p:ext uri="{BB962C8B-B14F-4D97-AF65-F5344CB8AC3E}">
        <p14:creationId xmlns:p14="http://schemas.microsoft.com/office/powerpoint/2010/main" val="2711252686"/>
      </p:ext>
    </p:extLst>
  </p:cSld>
  <p:clrMapOvr>
    <a:masterClrMapping/>
  </p:clrMapOvr>
  <p:transition>
    <p:pull dir="d"/>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634676-B0FC-B1D5-757C-5A2685B10BB7}"/>
              </a:ext>
            </a:extLst>
          </p:cNvPr>
          <p:cNvSpPr>
            <a:spLocks noGrp="1"/>
          </p:cNvSpPr>
          <p:nvPr>
            <p:ph type="title"/>
          </p:nvPr>
        </p:nvSpPr>
        <p:spPr/>
        <p:txBody>
          <a:bodyPr/>
          <a:lstStyle/>
          <a:p>
            <a:endParaRPr lang="sr-Latn-RS"/>
          </a:p>
        </p:txBody>
      </p:sp>
      <p:pic>
        <p:nvPicPr>
          <p:cNvPr id="4" name="Picture 3">
            <a:extLst>
              <a:ext uri="{FF2B5EF4-FFF2-40B4-BE49-F238E27FC236}">
                <a16:creationId xmlns:a16="http://schemas.microsoft.com/office/drawing/2014/main" id="{CE3F99FD-0495-D5FA-F972-5BB583C19507}"/>
              </a:ext>
            </a:extLst>
          </p:cNvPr>
          <p:cNvPicPr>
            <a:picLocks noChangeAspect="1"/>
          </p:cNvPicPr>
          <p:nvPr/>
        </p:nvPicPr>
        <p:blipFill>
          <a:blip r:embed="rId3"/>
          <a:stretch>
            <a:fillRect/>
          </a:stretch>
        </p:blipFill>
        <p:spPr>
          <a:xfrm>
            <a:off x="57472" y="908720"/>
            <a:ext cx="8763000" cy="3533775"/>
          </a:xfrm>
          <a:prstGeom prst="rect">
            <a:avLst/>
          </a:prstGeom>
        </p:spPr>
      </p:pic>
      <p:sp>
        <p:nvSpPr>
          <p:cNvPr id="5" name="TextBox 4">
            <a:extLst>
              <a:ext uri="{FF2B5EF4-FFF2-40B4-BE49-F238E27FC236}">
                <a16:creationId xmlns:a16="http://schemas.microsoft.com/office/drawing/2014/main" id="{A917D99F-DBE4-D649-85C3-68B29153020A}"/>
              </a:ext>
            </a:extLst>
          </p:cNvPr>
          <p:cNvSpPr txBox="1"/>
          <p:nvPr/>
        </p:nvSpPr>
        <p:spPr>
          <a:xfrm>
            <a:off x="323529" y="5157192"/>
            <a:ext cx="8496944" cy="1477328"/>
          </a:xfrm>
          <a:prstGeom prst="rect">
            <a:avLst/>
          </a:prstGeom>
          <a:noFill/>
        </p:spPr>
        <p:txBody>
          <a:bodyPr wrap="square" rtlCol="0">
            <a:spAutoFit/>
          </a:bodyPr>
          <a:lstStyle/>
          <a:p>
            <a:r>
              <a:rPr lang="sr-Latn-RS" dirty="0"/>
              <a:t>Koji su najduži putevi u ovim grafovima?</a:t>
            </a:r>
          </a:p>
          <a:p>
            <a:r>
              <a:rPr lang="sr-Latn-RS" dirty="0"/>
              <a:t>Ako svaki task traje 10 vremenskih jedinica, koliko je najkraće vreme izvršenja za svaku dekompoziciju?</a:t>
            </a:r>
          </a:p>
          <a:p>
            <a:r>
              <a:rPr lang="sr-Latn-RS" dirty="0"/>
              <a:t>Koliko je procesora potrebno da bi se postiglo minimalno vreme izvršenja?</a:t>
            </a:r>
          </a:p>
          <a:p>
            <a:endParaRPr lang="sr-Latn-RS" dirty="0"/>
          </a:p>
        </p:txBody>
      </p:sp>
    </p:spTree>
    <p:extLst>
      <p:ext uri="{BB962C8B-B14F-4D97-AF65-F5344CB8AC3E}">
        <p14:creationId xmlns:p14="http://schemas.microsoft.com/office/powerpoint/2010/main" val="108903182"/>
      </p:ext>
    </p:extLst>
  </p:cSld>
  <p:clrMapOvr>
    <a:masterClrMapping/>
  </p:clrMapOvr>
  <p:transition>
    <p:pull dir="d"/>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A0870-F51F-D030-2D46-665F29F9F78B}"/>
              </a:ext>
            </a:extLst>
          </p:cNvPr>
          <p:cNvSpPr>
            <a:spLocks noGrp="1"/>
          </p:cNvSpPr>
          <p:nvPr>
            <p:ph type="title"/>
          </p:nvPr>
        </p:nvSpPr>
        <p:spPr/>
        <p:txBody>
          <a:bodyPr/>
          <a:lstStyle/>
          <a:p>
            <a:r>
              <a:rPr lang="sr-Latn-RS" dirty="0"/>
              <a:t>Preslikavanje</a:t>
            </a:r>
          </a:p>
        </p:txBody>
      </p:sp>
      <p:pic>
        <p:nvPicPr>
          <p:cNvPr id="4" name="Picture 3">
            <a:extLst>
              <a:ext uri="{FF2B5EF4-FFF2-40B4-BE49-F238E27FC236}">
                <a16:creationId xmlns:a16="http://schemas.microsoft.com/office/drawing/2014/main" id="{D61092EA-3A41-9638-4E0E-8BC51E074DAB}"/>
              </a:ext>
            </a:extLst>
          </p:cNvPr>
          <p:cNvPicPr>
            <a:picLocks noChangeAspect="1"/>
          </p:cNvPicPr>
          <p:nvPr/>
        </p:nvPicPr>
        <p:blipFill>
          <a:blip r:embed="rId3"/>
          <a:stretch>
            <a:fillRect/>
          </a:stretch>
        </p:blipFill>
        <p:spPr>
          <a:xfrm>
            <a:off x="-108520" y="836712"/>
            <a:ext cx="9144000" cy="3670880"/>
          </a:xfrm>
          <a:prstGeom prst="rect">
            <a:avLst/>
          </a:prstGeom>
        </p:spPr>
      </p:pic>
    </p:spTree>
    <p:extLst>
      <p:ext uri="{BB962C8B-B14F-4D97-AF65-F5344CB8AC3E}">
        <p14:creationId xmlns:p14="http://schemas.microsoft.com/office/powerpoint/2010/main" val="3129213261"/>
      </p:ext>
    </p:extLst>
  </p:cSld>
  <p:clrMapOvr>
    <a:masterClrMapping/>
  </p:clrMapOvr>
  <p:transition>
    <p:pull dir="d"/>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4" name="Rectangle 6">
            <a:extLst>
              <a:ext uri="{FF2B5EF4-FFF2-40B4-BE49-F238E27FC236}">
                <a16:creationId xmlns:a16="http://schemas.microsoft.com/office/drawing/2014/main" id="{E44DA1A6-21DD-CD5A-4AD2-920D2A4122C0}"/>
              </a:ext>
            </a:extLst>
          </p:cNvPr>
          <p:cNvSpPr>
            <a:spLocks noGrp="1" noChangeArrowheads="1"/>
          </p:cNvSpPr>
          <p:nvPr>
            <p:ph type="title"/>
          </p:nvPr>
        </p:nvSpPr>
        <p:spPr>
          <a:xfrm>
            <a:off x="0" y="0"/>
            <a:ext cx="9144000" cy="822325"/>
          </a:xfrm>
        </p:spPr>
        <p:txBody>
          <a:bodyPr/>
          <a:lstStyle/>
          <a:p>
            <a:pPr>
              <a:defRPr/>
            </a:pPr>
            <a:r>
              <a:rPr lang="en-US" altLang="en-US" sz="2400"/>
              <a:t>Apstraktni model </a:t>
            </a:r>
            <a:r>
              <a:rPr lang="hr-HR" altLang="en-US" sz="2400"/>
              <a:t>računara</a:t>
            </a:r>
            <a:r>
              <a:rPr lang="en-US" altLang="en-US" sz="2400"/>
              <a:t> </a:t>
            </a:r>
            <a:r>
              <a:rPr lang="hr-HR" altLang="en-US" sz="2400"/>
              <a:t>sa deljivom memorijom</a:t>
            </a:r>
            <a:r>
              <a:rPr lang="en-US" altLang="en-US" sz="2400"/>
              <a:t> (PRAM – Parallel Random Access Machine) – Idealni paralelni sistem</a:t>
            </a:r>
          </a:p>
        </p:txBody>
      </p:sp>
      <p:sp>
        <p:nvSpPr>
          <p:cNvPr id="94215" name="Rectangle 7">
            <a:extLst>
              <a:ext uri="{FF2B5EF4-FFF2-40B4-BE49-F238E27FC236}">
                <a16:creationId xmlns:a16="http://schemas.microsoft.com/office/drawing/2014/main" id="{D2E2EDB9-102A-4C42-4F8B-F352D5236A8C}"/>
              </a:ext>
            </a:extLst>
          </p:cNvPr>
          <p:cNvSpPr>
            <a:spLocks noGrp="1" noChangeArrowheads="1"/>
          </p:cNvSpPr>
          <p:nvPr>
            <p:ph type="body" idx="1"/>
          </p:nvPr>
        </p:nvSpPr>
        <p:spPr>
          <a:xfrm>
            <a:off x="0" y="914400"/>
            <a:ext cx="9144000" cy="5943600"/>
          </a:xfrm>
        </p:spPr>
        <p:txBody>
          <a:bodyPr/>
          <a:lstStyle/>
          <a:p>
            <a:pPr>
              <a:defRPr/>
            </a:pPr>
            <a:r>
              <a:rPr lang="en-US" altLang="en-US" sz="2400" dirty="0" err="1"/>
              <a:t>Ap</a:t>
            </a:r>
            <a:r>
              <a:rPr lang="sr-Latn-CS" altLang="en-US" sz="2400" dirty="0"/>
              <a:t>straktni model pokazao se veoma korisnim kod procene performansi paralelnih algoritama nezavisno od realne mašine.</a:t>
            </a:r>
          </a:p>
          <a:p>
            <a:pPr>
              <a:defRPr/>
            </a:pPr>
            <a:r>
              <a:rPr lang="sr-Latn-CS" altLang="en-US" sz="2400" dirty="0"/>
              <a:t>PRAM razlikuje </a:t>
            </a:r>
            <a:r>
              <a:rPr lang="hr-HR" altLang="en-US" sz="2400" dirty="0"/>
              <a:t>4 </a:t>
            </a:r>
            <a:r>
              <a:rPr lang="sr-Latn-CS" altLang="en-US" sz="2400" dirty="0"/>
              <a:t>modela</a:t>
            </a:r>
            <a:r>
              <a:rPr lang="hr-HR" altLang="en-US" sz="2400" dirty="0"/>
              <a:t> računara sa deljivom memorijom u zavisnosti od toga da li dva ili više procesora mogu simultano pristupati deljivoj memoriji radi čitanja ili upisa:</a:t>
            </a:r>
          </a:p>
          <a:p>
            <a:pPr lvl="1">
              <a:defRPr/>
            </a:pPr>
            <a:r>
              <a:rPr lang="en-US" altLang="en-US" sz="2100" dirty="0"/>
              <a:t>Exclusive Read, Exclusive Write (EREW)</a:t>
            </a:r>
          </a:p>
          <a:p>
            <a:pPr lvl="2">
              <a:defRPr/>
            </a:pPr>
            <a:r>
              <a:rPr lang="hr-HR" altLang="en-US" sz="1800" dirty="0"/>
              <a:t>Pristup memorijskoj lokaciji je ekskluzivan, tj. procesori ne mogu jednovremeno pristupati istoj mem. lokaciji ni radi čitanja ni radi upisa. </a:t>
            </a:r>
            <a:endParaRPr lang="en-US" altLang="en-US" sz="1800" dirty="0"/>
          </a:p>
          <a:p>
            <a:pPr lvl="1">
              <a:defRPr/>
            </a:pPr>
            <a:r>
              <a:rPr lang="en-US" altLang="en-US" sz="2100" dirty="0"/>
              <a:t>Concurrent Read, Exclusive Write (CREW)</a:t>
            </a:r>
          </a:p>
          <a:p>
            <a:pPr lvl="2">
              <a:defRPr/>
            </a:pPr>
            <a:r>
              <a:rPr lang="hr-HR" altLang="en-US" sz="1800" dirty="0"/>
              <a:t>Više procesora može čitati istovremeno sa iste mem. lokacije, ali je upis ekskluzivan. </a:t>
            </a:r>
          </a:p>
          <a:p>
            <a:pPr lvl="1">
              <a:defRPr/>
            </a:pPr>
            <a:r>
              <a:rPr lang="en-US" altLang="en-US" sz="2100" dirty="0"/>
              <a:t>Exclusive Read, Concurrent Write (ERCW)</a:t>
            </a:r>
          </a:p>
          <a:p>
            <a:pPr lvl="2">
              <a:defRPr/>
            </a:pPr>
            <a:r>
              <a:rPr lang="hr-HR" altLang="en-US" sz="1800" dirty="0"/>
              <a:t>Više procesora može jednovremeno vršiti upis u istu mem. lokaciju, a čitanje je ekskluzivno. </a:t>
            </a:r>
          </a:p>
          <a:p>
            <a:pPr lvl="1">
              <a:defRPr/>
            </a:pPr>
            <a:r>
              <a:rPr lang="en-US" altLang="en-US" sz="2100" dirty="0"/>
              <a:t>Concurrent Read, Concurrent Write (CRCW)</a:t>
            </a:r>
          </a:p>
          <a:p>
            <a:pPr lvl="2">
              <a:defRPr/>
            </a:pPr>
            <a:r>
              <a:rPr lang="hr-HR" altLang="en-US" sz="1800" dirty="0"/>
              <a:t>Dozvoljen je jednovremeni pristup i radi čitanja i radi upisa. </a:t>
            </a:r>
            <a:endParaRPr lang="en-US" altLang="en-US" sz="1800" dirty="0"/>
          </a:p>
        </p:txBody>
      </p:sp>
    </p:spTree>
  </p:cSld>
  <p:clrMapOvr>
    <a:masterClrMapping/>
  </p:clrMapOvr>
  <p:transition>
    <p:pull dir="d"/>
  </p:transition>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1986" name="Rectangle 4">
            <a:extLst>
              <a:ext uri="{FF2B5EF4-FFF2-40B4-BE49-F238E27FC236}">
                <a16:creationId xmlns:a16="http://schemas.microsoft.com/office/drawing/2014/main" id="{49B082F3-6588-5C19-DE7C-1D57C6CBA618}"/>
              </a:ext>
            </a:extLst>
          </p:cNvPr>
          <p:cNvSpPr>
            <a:spLocks noGrp="1" noChangeArrowheads="1"/>
          </p:cNvSpPr>
          <p:nvPr>
            <p:ph type="title"/>
          </p:nvPr>
        </p:nvSpPr>
        <p:spPr>
          <a:xfrm>
            <a:off x="0" y="0"/>
            <a:ext cx="9144000" cy="579438"/>
          </a:xfrm>
        </p:spPr>
        <p:txBody>
          <a:bodyPr/>
          <a:lstStyle/>
          <a:p>
            <a:r>
              <a:rPr kumimoji="0" lang="hr-HR" altLang="en-US" sz="3200">
                <a:effectLst/>
              </a:rPr>
              <a:t>Komentari o Shared memory računarima (1)</a:t>
            </a:r>
            <a:endParaRPr kumimoji="0" lang="en-US" altLang="en-US" sz="3200">
              <a:effectLst/>
            </a:endParaRPr>
          </a:p>
        </p:txBody>
      </p:sp>
      <p:sp>
        <p:nvSpPr>
          <p:cNvPr id="24581" name="Rectangle 5">
            <a:extLst>
              <a:ext uri="{FF2B5EF4-FFF2-40B4-BE49-F238E27FC236}">
                <a16:creationId xmlns:a16="http://schemas.microsoft.com/office/drawing/2014/main" id="{BD6BFDC4-8880-49B9-B4E4-71F7FE0E2A4C}"/>
              </a:ext>
            </a:extLst>
          </p:cNvPr>
          <p:cNvSpPr>
            <a:spLocks noGrp="1" noChangeArrowheads="1"/>
          </p:cNvSpPr>
          <p:nvPr>
            <p:ph type="body" idx="1"/>
          </p:nvPr>
        </p:nvSpPr>
        <p:spPr/>
        <p:txBody>
          <a:bodyPr/>
          <a:lstStyle/>
          <a:p>
            <a:pPr>
              <a:lnSpc>
                <a:spcPct val="90000"/>
              </a:lnSpc>
              <a:defRPr/>
            </a:pPr>
            <a:r>
              <a:rPr kumimoji="0" lang="hr-HR" altLang="en-US" dirty="0">
                <a:solidFill>
                  <a:schemeClr val="tx1"/>
                </a:solidFill>
              </a:rPr>
              <a:t>Simultano čitanje iste memorijske lokacije ne dovodi do problema. </a:t>
            </a:r>
            <a:endParaRPr kumimoji="0" lang="en-US" altLang="en-US" dirty="0">
              <a:solidFill>
                <a:schemeClr val="tx1"/>
              </a:solidFill>
            </a:endParaRPr>
          </a:p>
          <a:p>
            <a:pPr lvl="1">
              <a:lnSpc>
                <a:spcPct val="90000"/>
              </a:lnSpc>
              <a:defRPr/>
            </a:pPr>
            <a:r>
              <a:rPr kumimoji="0" lang="hr-HR" altLang="en-US" dirty="0"/>
              <a:t>Svaki procesor napravi kopiju sadržaja mem. lokacije i zapamti je u svom registru</a:t>
            </a:r>
            <a:r>
              <a:rPr kumimoji="0" lang="hr-HR" altLang="en-US" dirty="0">
                <a:solidFill>
                  <a:schemeClr val="tx1"/>
                </a:solidFill>
              </a:rPr>
              <a:t>. </a:t>
            </a:r>
          </a:p>
          <a:p>
            <a:pPr>
              <a:lnSpc>
                <a:spcPct val="90000"/>
              </a:lnSpc>
              <a:defRPr/>
            </a:pPr>
            <a:r>
              <a:rPr kumimoji="0" lang="hr-HR" altLang="en-US" dirty="0">
                <a:solidFill>
                  <a:schemeClr val="tx1"/>
                </a:solidFill>
              </a:rPr>
              <a:t>Problem se javlja kod konkurentnog upisa. </a:t>
            </a:r>
            <a:endParaRPr kumimoji="0" lang="en-US" altLang="en-US" dirty="0">
              <a:solidFill>
                <a:schemeClr val="tx1"/>
              </a:solidFill>
            </a:endParaRPr>
          </a:p>
          <a:p>
            <a:pPr lvl="1">
              <a:lnSpc>
                <a:spcPct val="90000"/>
              </a:lnSpc>
              <a:defRPr/>
            </a:pPr>
            <a:r>
              <a:rPr kumimoji="0" lang="hr-HR" altLang="en-US" dirty="0"/>
              <a:t>Ako više procesora pokušava da izvrši upis u istu mem. lokaciju kome dozvoliti upis? </a:t>
            </a:r>
            <a:endParaRPr kumimoji="0" lang="en-US" altLang="en-US" dirty="0"/>
          </a:p>
          <a:p>
            <a:pPr>
              <a:lnSpc>
                <a:spcPct val="90000"/>
              </a:lnSpc>
              <a:defRPr/>
            </a:pPr>
            <a:r>
              <a:rPr kumimoji="0" lang="hr-HR" altLang="en-US" dirty="0">
                <a:solidFill>
                  <a:schemeClr val="tx1"/>
                </a:solidFill>
              </a:rPr>
              <a:t>Postoji nekoliko načina da se deterministički odredi sadržaj mem. lokacije nakon konkurentnog upisa:</a:t>
            </a:r>
            <a:endParaRPr kumimoji="0" lang="en-US" altLang="en-US" dirty="0">
              <a:solidFill>
                <a:schemeClr val="tx1"/>
              </a:solidFill>
            </a:endParaRPr>
          </a:p>
          <a:p>
            <a:pPr lvl="1">
              <a:lnSpc>
                <a:spcPct val="90000"/>
              </a:lnSpc>
              <a:defRPr/>
            </a:pPr>
            <a:r>
              <a:rPr kumimoji="0" lang="hr-HR" altLang="en-US" dirty="0"/>
              <a:t>Dodeliti prioritete procesorima i zapamtiti vrednost procesora sa najvišim prioritetom.</a:t>
            </a:r>
            <a:endParaRPr kumimoji="0" lang="en-US" altLang="en-US" dirty="0"/>
          </a:p>
          <a:p>
            <a:pPr lvl="1">
              <a:lnSpc>
                <a:spcPct val="90000"/>
              </a:lnSpc>
              <a:defRPr/>
            </a:pPr>
            <a:r>
              <a:rPr kumimoji="0" lang="hr-HR" altLang="en-US" dirty="0"/>
              <a:t>Svim procesorima je dozvoljeno da izvrše upis pod uslovom da su sve vrednosti jednake. </a:t>
            </a:r>
            <a:endParaRPr kumimoji="0" lang="en-US" altLang="en-US" dirty="0"/>
          </a:p>
          <a:p>
            <a:pPr lvl="1">
              <a:lnSpc>
                <a:spcPct val="90000"/>
              </a:lnSpc>
              <a:defRPr/>
            </a:pPr>
            <a:r>
              <a:rPr kumimoji="0" lang="hr-HR" altLang="en-US" dirty="0"/>
              <a:t>Upisuje se </a:t>
            </a:r>
            <a:r>
              <a:rPr kumimoji="0" lang="en-US" altLang="en-US" dirty="0"/>
              <a:t> max, min, sum, </a:t>
            </a:r>
            <a:r>
              <a:rPr kumimoji="0" lang="hr-HR" altLang="en-US" dirty="0"/>
              <a:t>ili</a:t>
            </a:r>
            <a:r>
              <a:rPr kumimoji="0" lang="en-US" altLang="en-US" dirty="0"/>
              <a:t> </a:t>
            </a:r>
            <a:r>
              <a:rPr kumimoji="0" lang="hr-HR" altLang="en-US" dirty="0"/>
              <a:t>srednja vrednost podataka (ako su u pitanju numerički podaci)</a:t>
            </a:r>
            <a:endParaRPr kumimoji="0" lang="en-US" altLang="en-US" dirty="0"/>
          </a:p>
          <a:p>
            <a:pPr>
              <a:lnSpc>
                <a:spcPct val="90000"/>
              </a:lnSpc>
              <a:defRPr/>
            </a:pPr>
            <a:endParaRPr lang="en-US" alt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E5209A41-71AC-DAFC-45EA-13D0FD8674F5}"/>
              </a:ext>
            </a:extLst>
          </p:cNvPr>
          <p:cNvSpPr>
            <a:spLocks noChangeArrowheads="1"/>
          </p:cNvSpPr>
          <p:nvPr/>
        </p:nvSpPr>
        <p:spPr bwMode="auto">
          <a:xfrm>
            <a:off x="685800" y="609600"/>
            <a:ext cx="7772400" cy="114300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hr-HR" altLang="en-US" sz="4400">
                <a:solidFill>
                  <a:schemeClr val="tx2"/>
                </a:solidFill>
                <a:effectLst/>
                <a:latin typeface="Times New Roman" panose="02020603050405020304" pitchFamily="18" charset="0"/>
              </a:rPr>
              <a:t>Primer</a:t>
            </a:r>
            <a:endParaRPr lang="en-US" altLang="en-US" sz="4400">
              <a:solidFill>
                <a:schemeClr val="tx2"/>
              </a:solidFill>
              <a:effectLst/>
              <a:latin typeface="Times New Roman" panose="02020603050405020304" pitchFamily="18" charset="0"/>
            </a:endParaRPr>
          </a:p>
        </p:txBody>
      </p:sp>
      <p:sp>
        <p:nvSpPr>
          <p:cNvPr id="43011" name="Rectangle 3">
            <a:extLst>
              <a:ext uri="{FF2B5EF4-FFF2-40B4-BE49-F238E27FC236}">
                <a16:creationId xmlns:a16="http://schemas.microsoft.com/office/drawing/2014/main" id="{22D0C76F-934F-571F-DF0A-513224762F8C}"/>
              </a:ext>
            </a:extLst>
          </p:cNvPr>
          <p:cNvSpPr>
            <a:spLocks noChangeArrowheads="1"/>
          </p:cNvSpPr>
          <p:nvPr/>
        </p:nvSpPr>
        <p:spPr bwMode="auto">
          <a:xfrm>
            <a:off x="685800" y="1981200"/>
            <a:ext cx="77724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pPr>
            <a:r>
              <a:rPr lang="hr-HR" altLang="en-US" sz="2800">
                <a:effectLst/>
                <a:latin typeface="Tahoma" panose="020B0604030504040204" pitchFamily="34" charset="0"/>
              </a:rPr>
              <a:t>Da bi pokazali kako se 4 podklase SM mašina ponašaju, razmotrimo sledeći primer. </a:t>
            </a:r>
            <a:endParaRPr lang="en-US" altLang="en-US" sz="2800">
              <a:effectLst/>
              <a:latin typeface="Tahoma" panose="020B0604030504040204" pitchFamily="34" charset="0"/>
            </a:endParaRPr>
          </a:p>
          <a:p>
            <a:pPr eaLnBrk="1" hangingPunct="1">
              <a:spcBef>
                <a:spcPct val="20000"/>
              </a:spcBef>
            </a:pPr>
            <a:r>
              <a:rPr lang="en-US" altLang="en-US" sz="2800" b="1">
                <a:effectLst/>
                <a:latin typeface="Tahoma" panose="020B0604030504040204" pitchFamily="34" charset="0"/>
              </a:rPr>
              <a:t>Problem:</a:t>
            </a:r>
          </a:p>
          <a:p>
            <a:pPr eaLnBrk="1" hangingPunct="1">
              <a:spcBef>
                <a:spcPct val="20000"/>
              </a:spcBef>
            </a:pPr>
            <a:r>
              <a:rPr lang="hr-HR" altLang="en-US" sz="2400">
                <a:solidFill>
                  <a:schemeClr val="hlink"/>
                </a:solidFill>
                <a:effectLst/>
                <a:latin typeface="Tahoma" panose="020B0604030504040204" pitchFamily="34" charset="0"/>
              </a:rPr>
              <a:t>Zadata je lista od m elemenata </a:t>
            </a:r>
            <a:r>
              <a:rPr lang="en-US" altLang="en-US" sz="2400">
                <a:solidFill>
                  <a:schemeClr val="hlink"/>
                </a:solidFill>
                <a:effectLst/>
                <a:latin typeface="Tahoma" panose="020B0604030504040204" pitchFamily="34" charset="0"/>
              </a:rPr>
              <a:t>S = {L</a:t>
            </a:r>
            <a:r>
              <a:rPr lang="en-US" altLang="en-US" sz="2400" baseline="-25000">
                <a:solidFill>
                  <a:schemeClr val="hlink"/>
                </a:solidFill>
                <a:effectLst/>
                <a:latin typeface="Tahoma" panose="020B0604030504040204" pitchFamily="34" charset="0"/>
              </a:rPr>
              <a:t>1</a:t>
            </a:r>
            <a:r>
              <a:rPr lang="en-US" altLang="en-US" sz="2400">
                <a:solidFill>
                  <a:schemeClr val="hlink"/>
                </a:solidFill>
                <a:effectLst/>
                <a:latin typeface="Tahoma" panose="020B0604030504040204" pitchFamily="34" charset="0"/>
              </a:rPr>
              <a:t>, L</a:t>
            </a:r>
            <a:r>
              <a:rPr lang="en-US" altLang="en-US" sz="2400" baseline="-25000">
                <a:solidFill>
                  <a:schemeClr val="hlink"/>
                </a:solidFill>
                <a:effectLst/>
                <a:latin typeface="Tahoma" panose="020B0604030504040204" pitchFamily="34" charset="0"/>
              </a:rPr>
              <a:t>2</a:t>
            </a:r>
            <a:r>
              <a:rPr lang="en-US" altLang="en-US" sz="2400">
                <a:solidFill>
                  <a:schemeClr val="hlink"/>
                </a:solidFill>
                <a:effectLst/>
                <a:latin typeface="Tahoma" panose="020B0604030504040204" pitchFamily="34" charset="0"/>
              </a:rPr>
              <a:t>, …,L</a:t>
            </a:r>
            <a:r>
              <a:rPr lang="en-US" altLang="en-US" sz="2400" baseline="-25000">
                <a:solidFill>
                  <a:schemeClr val="hlink"/>
                </a:solidFill>
                <a:effectLst/>
                <a:latin typeface="Tahoma" panose="020B0604030504040204" pitchFamily="34" charset="0"/>
              </a:rPr>
              <a:t>m</a:t>
            </a:r>
            <a:r>
              <a:rPr lang="en-US" altLang="en-US" sz="2400">
                <a:solidFill>
                  <a:schemeClr val="hlink"/>
                </a:solidFill>
                <a:effectLst/>
                <a:latin typeface="Tahoma" panose="020B0604030504040204" pitchFamily="34" charset="0"/>
              </a:rPr>
              <a:t>}</a:t>
            </a:r>
            <a:r>
              <a:rPr lang="hr-HR" altLang="en-US" sz="2400">
                <a:solidFill>
                  <a:schemeClr val="hlink"/>
                </a:solidFill>
                <a:effectLst/>
                <a:latin typeface="Tahoma" panose="020B0604030504040204" pitchFamily="34" charset="0"/>
              </a:rPr>
              <a:t>. Potrebno je naći indeks (redni broj) zadatog elementa x. Element x se može pojaviti više puta u S i bilo koja vrednost rednog broja je prihvatljiva. Na raspolaganju je N procesora, </a:t>
            </a:r>
            <a:r>
              <a:rPr lang="en-US" altLang="en-US" sz="2400">
                <a:solidFill>
                  <a:schemeClr val="hlink"/>
                </a:solidFill>
                <a:effectLst/>
                <a:latin typeface="Tahoma" panose="020B0604030504040204" pitchFamily="34" charset="0"/>
              </a:rPr>
              <a:t>1&lt; N</a:t>
            </a:r>
            <a:r>
              <a:rPr lang="en-US" altLang="en-US" sz="2400">
                <a:solidFill>
                  <a:schemeClr val="hlink"/>
                </a:solidFill>
                <a:effectLst/>
                <a:latin typeface="Tahoma" panose="020B0604030504040204" pitchFamily="34" charset="0"/>
                <a:sym typeface="Symbol" panose="05050102010706020507" pitchFamily="18" charset="2"/>
              </a:rPr>
              <a:t></a:t>
            </a:r>
            <a:r>
              <a:rPr lang="en-US" altLang="en-US" sz="2400">
                <a:solidFill>
                  <a:schemeClr val="hlink"/>
                </a:solidFill>
                <a:effectLst/>
                <a:latin typeface="Tahoma" panose="020B0604030504040204" pitchFamily="34" charset="0"/>
              </a:rPr>
              <a:t>m.</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3">
            <a:extLst>
              <a:ext uri="{FF2B5EF4-FFF2-40B4-BE49-F238E27FC236}">
                <a16:creationId xmlns:a16="http://schemas.microsoft.com/office/drawing/2014/main" id="{14F73A26-D2F1-1FAD-66D3-16DEE1E3152E}"/>
              </a:ext>
            </a:extLst>
          </p:cNvPr>
          <p:cNvSpPr>
            <a:spLocks noChangeArrowheads="1"/>
          </p:cNvSpPr>
          <p:nvPr/>
        </p:nvSpPr>
        <p:spPr bwMode="auto">
          <a:xfrm>
            <a:off x="1676400" y="1066800"/>
            <a:ext cx="6781800" cy="579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10000"/>
              </a:spcBef>
            </a:pPr>
            <a:r>
              <a:rPr lang="en-US" altLang="en-US" sz="2400" b="1">
                <a:effectLst/>
                <a:latin typeface="Times New Roman" panose="02020603050405020304" pitchFamily="18" charset="0"/>
              </a:rPr>
              <a:t>procedure</a:t>
            </a:r>
            <a:r>
              <a:rPr lang="en-US" altLang="en-US" sz="2400">
                <a:effectLst/>
                <a:latin typeface="Times New Roman" panose="02020603050405020304" pitchFamily="18" charset="0"/>
              </a:rPr>
              <a:t> SM_search (S, x, k)</a:t>
            </a:r>
          </a:p>
          <a:p>
            <a:pPr eaLnBrk="1" hangingPunct="1">
              <a:spcBef>
                <a:spcPct val="10000"/>
              </a:spcBef>
            </a:pPr>
            <a:r>
              <a:rPr lang="en-US" altLang="en-US" sz="2400">
                <a:effectLst/>
                <a:latin typeface="Times New Roman" panose="02020603050405020304" pitchFamily="18" charset="0"/>
              </a:rPr>
              <a:t>    </a:t>
            </a:r>
            <a:r>
              <a:rPr lang="en-US" altLang="en-US" sz="2400" b="1">
                <a:effectLst/>
                <a:latin typeface="Times New Roman" panose="02020603050405020304" pitchFamily="18" charset="0"/>
              </a:rPr>
              <a:t>STEP 1</a:t>
            </a:r>
            <a:r>
              <a:rPr lang="en-US" altLang="en-US" sz="2400">
                <a:effectLst/>
                <a:latin typeface="Times New Roman" panose="02020603050405020304" pitchFamily="18" charset="0"/>
              </a:rPr>
              <a:t>:  </a:t>
            </a:r>
            <a:r>
              <a:rPr lang="en-US" altLang="en-US" sz="2400" b="1">
                <a:effectLst/>
                <a:latin typeface="Times New Roman" panose="02020603050405020304" pitchFamily="18" charset="0"/>
              </a:rPr>
              <a:t>for</a:t>
            </a:r>
            <a:r>
              <a:rPr lang="en-US" altLang="en-US" sz="2400">
                <a:effectLst/>
                <a:latin typeface="Times New Roman" panose="02020603050405020304" pitchFamily="18" charset="0"/>
              </a:rPr>
              <a:t> i=1 </a:t>
            </a:r>
            <a:r>
              <a:rPr lang="en-US" altLang="en-US" sz="2400" b="1">
                <a:effectLst/>
                <a:latin typeface="Times New Roman" panose="02020603050405020304" pitchFamily="18" charset="0"/>
              </a:rPr>
              <a:t>to</a:t>
            </a:r>
            <a:r>
              <a:rPr lang="en-US" altLang="en-US" sz="2400">
                <a:effectLst/>
                <a:latin typeface="Times New Roman" panose="02020603050405020304" pitchFamily="18" charset="0"/>
              </a:rPr>
              <a:t> N </a:t>
            </a:r>
            <a:r>
              <a:rPr lang="en-US" altLang="en-US" sz="2400" b="1">
                <a:effectLst/>
                <a:latin typeface="Times New Roman" panose="02020603050405020304" pitchFamily="18" charset="0"/>
              </a:rPr>
              <a:t>do in parallel</a:t>
            </a:r>
          </a:p>
          <a:p>
            <a:pPr eaLnBrk="1" hangingPunct="1">
              <a:spcBef>
                <a:spcPct val="10000"/>
              </a:spcBef>
            </a:pPr>
            <a:r>
              <a:rPr lang="en-US" altLang="en-US" sz="2400">
                <a:effectLst/>
                <a:latin typeface="Times New Roman" panose="02020603050405020304" pitchFamily="18" charset="0"/>
              </a:rPr>
              <a:t>    		          read x</a:t>
            </a:r>
          </a:p>
          <a:p>
            <a:pPr eaLnBrk="1" hangingPunct="1">
              <a:spcBef>
                <a:spcPct val="10000"/>
              </a:spcBef>
            </a:pPr>
            <a:r>
              <a:rPr lang="en-US" altLang="en-US" sz="2400">
                <a:effectLst/>
                <a:latin typeface="Times New Roman" panose="02020603050405020304" pitchFamily="18" charset="0"/>
              </a:rPr>
              <a:t>    		     </a:t>
            </a:r>
            <a:r>
              <a:rPr lang="en-US" altLang="en-US" sz="2400" b="1">
                <a:effectLst/>
                <a:latin typeface="Times New Roman" panose="02020603050405020304" pitchFamily="18" charset="0"/>
              </a:rPr>
              <a:t>end for</a:t>
            </a:r>
          </a:p>
          <a:p>
            <a:pPr eaLnBrk="1" hangingPunct="1">
              <a:spcBef>
                <a:spcPct val="10000"/>
              </a:spcBef>
            </a:pPr>
            <a:r>
              <a:rPr lang="en-US" altLang="en-US" sz="2400">
                <a:effectLst/>
                <a:latin typeface="Times New Roman" panose="02020603050405020304" pitchFamily="18" charset="0"/>
              </a:rPr>
              <a:t>    </a:t>
            </a:r>
            <a:r>
              <a:rPr lang="en-US" altLang="en-US" sz="2400" b="1">
                <a:effectLst/>
                <a:latin typeface="Times New Roman" panose="02020603050405020304" pitchFamily="18" charset="0"/>
              </a:rPr>
              <a:t>STEP 2</a:t>
            </a:r>
            <a:r>
              <a:rPr lang="en-US" altLang="en-US" sz="2400">
                <a:effectLst/>
                <a:latin typeface="Times New Roman" panose="02020603050405020304" pitchFamily="18" charset="0"/>
              </a:rPr>
              <a:t>: </a:t>
            </a:r>
            <a:r>
              <a:rPr lang="en-US" altLang="en-US" sz="2400" b="1">
                <a:effectLst/>
                <a:latin typeface="Times New Roman" panose="02020603050405020304" pitchFamily="18" charset="0"/>
              </a:rPr>
              <a:t>for</a:t>
            </a:r>
            <a:r>
              <a:rPr lang="en-US" altLang="en-US" sz="2400">
                <a:effectLst/>
                <a:latin typeface="Times New Roman" panose="02020603050405020304" pitchFamily="18" charset="0"/>
              </a:rPr>
              <a:t> i=1 </a:t>
            </a:r>
            <a:r>
              <a:rPr lang="en-US" altLang="en-US" sz="2400" b="1">
                <a:effectLst/>
                <a:latin typeface="Times New Roman" panose="02020603050405020304" pitchFamily="18" charset="0"/>
              </a:rPr>
              <a:t>to</a:t>
            </a:r>
            <a:r>
              <a:rPr lang="en-US" altLang="en-US" sz="2400">
                <a:effectLst/>
                <a:latin typeface="Times New Roman" panose="02020603050405020304" pitchFamily="18" charset="0"/>
              </a:rPr>
              <a:t> N </a:t>
            </a:r>
            <a:r>
              <a:rPr lang="en-US" altLang="en-US" sz="2400" b="1">
                <a:effectLst/>
                <a:latin typeface="Times New Roman" panose="02020603050405020304" pitchFamily="18" charset="0"/>
              </a:rPr>
              <a:t>do in parallel</a:t>
            </a:r>
          </a:p>
          <a:p>
            <a:pPr eaLnBrk="1" hangingPunct="1">
              <a:lnSpc>
                <a:spcPct val="130000"/>
              </a:lnSpc>
              <a:spcBef>
                <a:spcPct val="10000"/>
              </a:spcBef>
            </a:pPr>
            <a:r>
              <a:rPr lang="en-US" altLang="en-US" sz="2400">
                <a:effectLst/>
                <a:latin typeface="Times New Roman" panose="02020603050405020304" pitchFamily="18" charset="0"/>
              </a:rPr>
              <a:t>           S</a:t>
            </a:r>
            <a:r>
              <a:rPr lang="en-US" altLang="en-US" sz="2400" baseline="-25000">
                <a:effectLst/>
                <a:latin typeface="Times New Roman" panose="02020603050405020304" pitchFamily="18" charset="0"/>
              </a:rPr>
              <a:t>i</a:t>
            </a:r>
            <a:r>
              <a:rPr lang="en-US" altLang="en-US" sz="2400">
                <a:effectLst/>
                <a:latin typeface="Times New Roman" panose="02020603050405020304" pitchFamily="18" charset="0"/>
              </a:rPr>
              <a:t> = {L</a:t>
            </a:r>
            <a:r>
              <a:rPr lang="en-US" altLang="en-US" sz="2400" baseline="-25000">
                <a:effectLst/>
                <a:latin typeface="Times New Roman" panose="02020603050405020304" pitchFamily="18" charset="0"/>
              </a:rPr>
              <a:t>((i-1)m/N+1)</a:t>
            </a:r>
            <a:r>
              <a:rPr lang="en-US" altLang="en-US" sz="2400">
                <a:effectLst/>
                <a:latin typeface="Times New Roman" panose="02020603050405020304" pitchFamily="18" charset="0"/>
              </a:rPr>
              <a:t>, ...,L</a:t>
            </a:r>
            <a:r>
              <a:rPr lang="en-US" altLang="en-US" sz="2400" baseline="-25000">
                <a:effectLst/>
                <a:latin typeface="Times New Roman" panose="02020603050405020304" pitchFamily="18" charset="0"/>
              </a:rPr>
              <a:t>(im/N)</a:t>
            </a:r>
            <a:r>
              <a:rPr lang="en-US" altLang="en-US" sz="2400">
                <a:effectLst/>
                <a:latin typeface="Times New Roman" panose="02020603050405020304" pitchFamily="18" charset="0"/>
              </a:rPr>
              <a:t>}</a:t>
            </a:r>
          </a:p>
          <a:p>
            <a:pPr eaLnBrk="1" hangingPunct="1">
              <a:lnSpc>
                <a:spcPct val="140000"/>
              </a:lnSpc>
              <a:spcBef>
                <a:spcPct val="10000"/>
              </a:spcBef>
            </a:pPr>
            <a:r>
              <a:rPr lang="en-US" altLang="en-US" sz="2400">
                <a:effectLst/>
                <a:latin typeface="Times New Roman" panose="02020603050405020304" pitchFamily="18" charset="0"/>
              </a:rPr>
              <a:t>          </a:t>
            </a:r>
            <a:r>
              <a:rPr lang="hr-HR" altLang="en-US" sz="2400">
                <a:effectLst/>
                <a:latin typeface="Times New Roman" panose="02020603050405020304" pitchFamily="18" charset="0"/>
              </a:rPr>
              <a:t>obaviti sekvencijalno pretraživanje u podlisti </a:t>
            </a:r>
            <a:r>
              <a:rPr lang="en-US" altLang="en-US" sz="2400">
                <a:effectLst/>
                <a:latin typeface="Times New Roman" panose="02020603050405020304" pitchFamily="18" charset="0"/>
              </a:rPr>
              <a:t>S</a:t>
            </a:r>
            <a:r>
              <a:rPr lang="en-US" altLang="en-US" sz="2400" baseline="-25000">
                <a:effectLst/>
                <a:latin typeface="Times New Roman" panose="02020603050405020304" pitchFamily="18" charset="0"/>
              </a:rPr>
              <a:t>i</a:t>
            </a:r>
          </a:p>
          <a:p>
            <a:pPr eaLnBrk="1" hangingPunct="1">
              <a:lnSpc>
                <a:spcPct val="140000"/>
              </a:lnSpc>
              <a:spcBef>
                <a:spcPct val="10000"/>
              </a:spcBef>
            </a:pPr>
            <a:r>
              <a:rPr lang="en-US" altLang="en-US" sz="2400">
                <a:effectLst/>
                <a:latin typeface="Times New Roman" panose="02020603050405020304" pitchFamily="18" charset="0"/>
              </a:rPr>
              <a:t>        (</a:t>
            </a:r>
            <a:r>
              <a:rPr lang="hr-HR" altLang="en-US" sz="2400">
                <a:effectLst/>
                <a:latin typeface="Times New Roman" panose="02020603050405020304" pitchFamily="18" charset="0"/>
              </a:rPr>
              <a:t>vratiti</a:t>
            </a:r>
            <a:r>
              <a:rPr lang="en-US" altLang="en-US" sz="2400">
                <a:effectLst/>
                <a:latin typeface="Times New Roman" panose="02020603050405020304" pitchFamily="18" charset="0"/>
              </a:rPr>
              <a:t> K</a:t>
            </a:r>
            <a:r>
              <a:rPr lang="en-US" altLang="en-US" sz="2400" baseline="-25000">
                <a:effectLst/>
                <a:latin typeface="Times New Roman" panose="02020603050405020304" pitchFamily="18" charset="0"/>
              </a:rPr>
              <a:t>i</a:t>
            </a:r>
            <a:r>
              <a:rPr lang="en-US" altLang="en-US" sz="2400">
                <a:effectLst/>
                <a:latin typeface="Times New Roman" panose="02020603050405020304" pitchFamily="18" charset="0"/>
              </a:rPr>
              <a:t>= -1 </a:t>
            </a:r>
            <a:r>
              <a:rPr lang="hr-HR" altLang="en-US" sz="2400">
                <a:effectLst/>
                <a:latin typeface="Times New Roman" panose="02020603050405020304" pitchFamily="18" charset="0"/>
              </a:rPr>
              <a:t>ako x nije u listi</a:t>
            </a:r>
            <a:r>
              <a:rPr lang="en-US" altLang="en-US" sz="2400">
                <a:effectLst/>
                <a:latin typeface="Times New Roman" panose="02020603050405020304" pitchFamily="18" charset="0"/>
              </a:rPr>
              <a:t>, </a:t>
            </a:r>
            <a:r>
              <a:rPr lang="hr-HR" altLang="en-US" sz="2400">
                <a:effectLst/>
                <a:latin typeface="Times New Roman" panose="02020603050405020304" pitchFamily="18" charset="0"/>
              </a:rPr>
              <a:t>inače K</a:t>
            </a:r>
            <a:r>
              <a:rPr lang="hr-HR" altLang="en-US" sz="2400" baseline="-25000">
                <a:effectLst/>
                <a:latin typeface="Times New Roman" panose="02020603050405020304" pitchFamily="18" charset="0"/>
              </a:rPr>
              <a:t>i</a:t>
            </a:r>
            <a:r>
              <a:rPr lang="hr-HR" altLang="en-US" sz="2400">
                <a:effectLst/>
                <a:latin typeface="Times New Roman" panose="02020603050405020304" pitchFamily="18" charset="0"/>
              </a:rPr>
              <a:t>=</a:t>
            </a:r>
            <a:r>
              <a:rPr lang="en-US" altLang="en-US" sz="2400">
                <a:effectLst/>
                <a:latin typeface="Times New Roman" panose="02020603050405020304" pitchFamily="18" charset="0"/>
              </a:rPr>
              <a:t> index)</a:t>
            </a:r>
          </a:p>
          <a:p>
            <a:pPr eaLnBrk="1" hangingPunct="1">
              <a:lnSpc>
                <a:spcPct val="140000"/>
              </a:lnSpc>
              <a:spcBef>
                <a:spcPct val="10000"/>
              </a:spcBef>
            </a:pPr>
            <a:r>
              <a:rPr lang="en-US" altLang="en-US" sz="2400">
                <a:effectLst/>
                <a:latin typeface="Times New Roman" panose="02020603050405020304" pitchFamily="18" charset="0"/>
              </a:rPr>
              <a:t>                   </a:t>
            </a:r>
            <a:r>
              <a:rPr lang="en-US" altLang="en-US" sz="2400" b="1">
                <a:effectLst/>
                <a:latin typeface="Times New Roman" panose="02020603050405020304" pitchFamily="18" charset="0"/>
              </a:rPr>
              <a:t>end for</a:t>
            </a:r>
          </a:p>
          <a:p>
            <a:pPr eaLnBrk="1" hangingPunct="1">
              <a:spcBef>
                <a:spcPct val="10000"/>
              </a:spcBef>
            </a:pPr>
            <a:r>
              <a:rPr lang="en-US" altLang="en-US" sz="2400">
                <a:effectLst/>
                <a:latin typeface="Times New Roman" panose="02020603050405020304" pitchFamily="18" charset="0"/>
              </a:rPr>
              <a:t>    </a:t>
            </a:r>
            <a:r>
              <a:rPr lang="en-US" altLang="en-US" sz="2400" b="1">
                <a:effectLst/>
                <a:latin typeface="Times New Roman" panose="02020603050405020304" pitchFamily="18" charset="0"/>
              </a:rPr>
              <a:t>STEP 3</a:t>
            </a:r>
            <a:r>
              <a:rPr lang="en-US" altLang="en-US" sz="2400">
                <a:effectLst/>
                <a:latin typeface="Times New Roman" panose="02020603050405020304" pitchFamily="18" charset="0"/>
              </a:rPr>
              <a:t>: </a:t>
            </a:r>
            <a:r>
              <a:rPr lang="en-US" altLang="en-US" sz="2400" b="1">
                <a:effectLst/>
                <a:latin typeface="Times New Roman" panose="02020603050405020304" pitchFamily="18" charset="0"/>
              </a:rPr>
              <a:t>for</a:t>
            </a:r>
            <a:r>
              <a:rPr lang="en-US" altLang="en-US" sz="2400">
                <a:effectLst/>
                <a:latin typeface="Times New Roman" panose="02020603050405020304" pitchFamily="18" charset="0"/>
              </a:rPr>
              <a:t> i=1 </a:t>
            </a:r>
            <a:r>
              <a:rPr lang="en-US" altLang="en-US" sz="2400" b="1">
                <a:effectLst/>
                <a:latin typeface="Times New Roman" panose="02020603050405020304" pitchFamily="18" charset="0"/>
              </a:rPr>
              <a:t>to</a:t>
            </a:r>
            <a:r>
              <a:rPr lang="en-US" altLang="en-US" sz="2400">
                <a:effectLst/>
                <a:latin typeface="Times New Roman" panose="02020603050405020304" pitchFamily="18" charset="0"/>
              </a:rPr>
              <a:t> N </a:t>
            </a:r>
            <a:r>
              <a:rPr lang="en-US" altLang="en-US" sz="2400" b="1">
                <a:effectLst/>
                <a:latin typeface="Times New Roman" panose="02020603050405020304" pitchFamily="18" charset="0"/>
              </a:rPr>
              <a:t>do in parallel</a:t>
            </a:r>
          </a:p>
          <a:p>
            <a:pPr eaLnBrk="1" hangingPunct="1">
              <a:lnSpc>
                <a:spcPct val="110000"/>
              </a:lnSpc>
              <a:spcBef>
                <a:spcPct val="10000"/>
              </a:spcBef>
            </a:pPr>
            <a:r>
              <a:rPr lang="en-US" altLang="en-US" sz="2400">
                <a:effectLst/>
                <a:latin typeface="Times New Roman" panose="02020603050405020304" pitchFamily="18" charset="0"/>
              </a:rPr>
              <a:t>                        </a:t>
            </a:r>
            <a:r>
              <a:rPr lang="en-US" altLang="en-US" sz="2400" b="1">
                <a:effectLst/>
                <a:latin typeface="Times New Roman" panose="02020603050405020304" pitchFamily="18" charset="0"/>
              </a:rPr>
              <a:t>if</a:t>
            </a:r>
            <a:r>
              <a:rPr lang="en-US" altLang="en-US" sz="2400">
                <a:effectLst/>
                <a:latin typeface="Times New Roman" panose="02020603050405020304" pitchFamily="18" charset="0"/>
              </a:rPr>
              <a:t> K</a:t>
            </a:r>
            <a:r>
              <a:rPr lang="en-US" altLang="en-US" sz="2400" baseline="-25000">
                <a:effectLst/>
                <a:latin typeface="Times New Roman" panose="02020603050405020304" pitchFamily="18" charset="0"/>
              </a:rPr>
              <a:t>i</a:t>
            </a:r>
            <a:r>
              <a:rPr lang="en-US" altLang="en-US" sz="2400">
                <a:effectLst/>
                <a:latin typeface="Times New Roman" panose="02020603050405020304" pitchFamily="18" charset="0"/>
              </a:rPr>
              <a:t> &gt; </a:t>
            </a:r>
            <a:r>
              <a:rPr lang="en-US" altLang="en-US" sz="2400" b="1">
                <a:effectLst/>
                <a:latin typeface="Times New Roman" panose="02020603050405020304" pitchFamily="18" charset="0"/>
              </a:rPr>
              <a:t>0 then</a:t>
            </a:r>
            <a:r>
              <a:rPr lang="en-US" altLang="en-US" sz="2400">
                <a:effectLst/>
                <a:latin typeface="Times New Roman" panose="02020603050405020304" pitchFamily="18" charset="0"/>
              </a:rPr>
              <a:t> k=K</a:t>
            </a:r>
            <a:r>
              <a:rPr lang="en-US" altLang="en-US" sz="2400" baseline="-25000">
                <a:effectLst/>
                <a:latin typeface="Times New Roman" panose="02020603050405020304" pitchFamily="18" charset="0"/>
              </a:rPr>
              <a:t>i</a:t>
            </a:r>
            <a:r>
              <a:rPr lang="en-US" altLang="en-US" sz="2400">
                <a:effectLst/>
                <a:latin typeface="Times New Roman" panose="02020603050405020304" pitchFamily="18" charset="0"/>
              </a:rPr>
              <a:t> </a:t>
            </a:r>
            <a:r>
              <a:rPr lang="en-US" altLang="en-US" sz="2400" b="1">
                <a:effectLst/>
                <a:latin typeface="Times New Roman" panose="02020603050405020304" pitchFamily="18" charset="0"/>
              </a:rPr>
              <a:t>end if</a:t>
            </a:r>
          </a:p>
          <a:p>
            <a:pPr eaLnBrk="1" hangingPunct="1">
              <a:lnSpc>
                <a:spcPct val="110000"/>
              </a:lnSpc>
            </a:pPr>
            <a:r>
              <a:rPr lang="en-US" altLang="en-US" sz="2400">
                <a:effectLst/>
                <a:latin typeface="Times New Roman" panose="02020603050405020304" pitchFamily="18" charset="0"/>
              </a:rPr>
              <a:t>                   </a:t>
            </a:r>
            <a:r>
              <a:rPr lang="en-US" altLang="en-US" sz="2400" b="1">
                <a:effectLst/>
                <a:latin typeface="Times New Roman" panose="02020603050405020304" pitchFamily="18" charset="0"/>
              </a:rPr>
              <a:t>end for</a:t>
            </a:r>
          </a:p>
          <a:p>
            <a:pPr eaLnBrk="1" hangingPunct="1"/>
            <a:r>
              <a:rPr lang="en-US" altLang="en-US" sz="2400" b="1">
                <a:effectLst/>
                <a:latin typeface="Times New Roman" panose="02020603050405020304" pitchFamily="18" charset="0"/>
              </a:rPr>
              <a:t>end</a:t>
            </a:r>
            <a:r>
              <a:rPr lang="en-US" altLang="en-US" sz="2400">
                <a:effectLst/>
                <a:latin typeface="Times New Roman" panose="02020603050405020304" pitchFamily="18" charset="0"/>
              </a:rPr>
              <a:t> procedure</a:t>
            </a:r>
          </a:p>
        </p:txBody>
      </p:sp>
      <p:sp>
        <p:nvSpPr>
          <p:cNvPr id="44035" name="Rectangle 4">
            <a:extLst>
              <a:ext uri="{FF2B5EF4-FFF2-40B4-BE49-F238E27FC236}">
                <a16:creationId xmlns:a16="http://schemas.microsoft.com/office/drawing/2014/main" id="{65AE619C-895F-EECB-B408-4A2D40E00890}"/>
              </a:ext>
            </a:extLst>
          </p:cNvPr>
          <p:cNvSpPr>
            <a:spLocks noGrp="1" noChangeArrowheads="1"/>
          </p:cNvSpPr>
          <p:nvPr>
            <p:ph type="title"/>
          </p:nvPr>
        </p:nvSpPr>
        <p:spPr/>
        <p:txBody>
          <a:bodyPr/>
          <a:lstStyle/>
          <a:p>
            <a:r>
              <a:rPr kumimoji="0" lang="en-US" altLang="en-US">
                <a:effectLst/>
              </a:rPr>
              <a:t>Algoritam</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3">
            <a:extLst>
              <a:ext uri="{FF2B5EF4-FFF2-40B4-BE49-F238E27FC236}">
                <a16:creationId xmlns:a16="http://schemas.microsoft.com/office/drawing/2014/main" id="{151752D7-1255-FB3B-96E8-EF505E543F88}"/>
              </a:ext>
            </a:extLst>
          </p:cNvPr>
          <p:cNvSpPr>
            <a:spLocks noChangeArrowheads="1"/>
          </p:cNvSpPr>
          <p:nvPr/>
        </p:nvSpPr>
        <p:spPr bwMode="auto">
          <a:xfrm>
            <a:off x="685800" y="1981200"/>
            <a:ext cx="77724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90000"/>
              </a:lnSpc>
              <a:spcBef>
                <a:spcPct val="20000"/>
              </a:spcBef>
            </a:pPr>
            <a:r>
              <a:rPr lang="hr-HR" altLang="en-US" sz="2800">
                <a:effectLst/>
                <a:latin typeface="Times New Roman" panose="02020603050405020304" pitchFamily="18" charset="0"/>
              </a:rPr>
              <a:t>Ako sekvencijalno pretraživanje podliste traje </a:t>
            </a:r>
            <a:r>
              <a:rPr lang="en-US" altLang="en-US" sz="2800">
                <a:effectLst/>
                <a:latin typeface="Times New Roman" panose="02020603050405020304" pitchFamily="18" charset="0"/>
              </a:rPr>
              <a:t>O(m/N) </a:t>
            </a:r>
            <a:r>
              <a:rPr lang="hr-HR" altLang="en-US" sz="2800">
                <a:effectLst/>
                <a:latin typeface="Times New Roman" panose="02020603050405020304" pitchFamily="18" charset="0"/>
              </a:rPr>
              <a:t>vremenskih jedinica, kolika je vremenska kompleksnost </a:t>
            </a:r>
            <a:r>
              <a:rPr lang="en-US" altLang="en-US" sz="2800">
                <a:effectLst/>
                <a:latin typeface="Times New Roman" panose="02020603050405020304" pitchFamily="18" charset="0"/>
              </a:rPr>
              <a:t> algoritama </a:t>
            </a:r>
            <a:r>
              <a:rPr lang="hr-HR" altLang="en-US" sz="2800">
                <a:effectLst/>
                <a:latin typeface="Times New Roman" panose="02020603050405020304" pitchFamily="18" charset="0"/>
              </a:rPr>
              <a:t>svake od 4 podklase </a:t>
            </a:r>
            <a:r>
              <a:rPr lang="en-US" altLang="en-US" sz="2800">
                <a:effectLst/>
                <a:latin typeface="Times New Roman" panose="02020603050405020304" pitchFamily="18" charset="0"/>
              </a:rPr>
              <a:t>shared memory computer?</a:t>
            </a:r>
          </a:p>
        </p:txBody>
      </p:sp>
      <p:sp>
        <p:nvSpPr>
          <p:cNvPr id="45059" name="Text Box 4">
            <a:extLst>
              <a:ext uri="{FF2B5EF4-FFF2-40B4-BE49-F238E27FC236}">
                <a16:creationId xmlns:a16="http://schemas.microsoft.com/office/drawing/2014/main" id="{7AEE0A38-0493-60A1-B652-82834BF84E9A}"/>
              </a:ext>
            </a:extLst>
          </p:cNvPr>
          <p:cNvSpPr txBox="1">
            <a:spLocks noChangeArrowheads="1"/>
          </p:cNvSpPr>
          <p:nvPr/>
        </p:nvSpPr>
        <p:spPr bwMode="auto">
          <a:xfrm>
            <a:off x="1219200" y="3724275"/>
            <a:ext cx="7423150" cy="244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90000"/>
              </a:lnSpc>
              <a:spcBef>
                <a:spcPct val="20000"/>
              </a:spcBef>
              <a:buFontTx/>
              <a:buChar char="•"/>
            </a:pPr>
            <a:r>
              <a:rPr lang="en-US" altLang="en-US" sz="2800">
                <a:effectLst/>
                <a:latin typeface="Times New Roman" panose="02020603050405020304" pitchFamily="18" charset="0"/>
              </a:rPr>
              <a:t>EREW</a:t>
            </a:r>
          </a:p>
          <a:p>
            <a:pPr lvl="1" eaLnBrk="1" hangingPunct="1">
              <a:lnSpc>
                <a:spcPct val="90000"/>
              </a:lnSpc>
              <a:spcBef>
                <a:spcPct val="20000"/>
              </a:spcBef>
              <a:buFontTx/>
              <a:buChar char=" "/>
            </a:pPr>
            <a:r>
              <a:rPr lang="en-US" altLang="en-US" sz="2400">
                <a:effectLst/>
                <a:latin typeface="Times New Roman" panose="02020603050405020304" pitchFamily="18" charset="0"/>
              </a:rPr>
              <a:t>Step 1 </a:t>
            </a:r>
            <a:r>
              <a:rPr lang="hr-HR" altLang="en-US" sz="2400">
                <a:effectLst/>
                <a:latin typeface="Times New Roman" panose="02020603050405020304" pitchFamily="18" charset="0"/>
              </a:rPr>
              <a:t>traje</a:t>
            </a:r>
            <a:r>
              <a:rPr lang="en-US" altLang="en-US" sz="2400">
                <a:effectLst/>
                <a:latin typeface="Times New Roman" panose="02020603050405020304" pitchFamily="18" charset="0"/>
              </a:rPr>
              <a:t> O(N) (N </a:t>
            </a:r>
            <a:r>
              <a:rPr lang="hr-HR" altLang="en-US" sz="2400">
                <a:effectLst/>
                <a:latin typeface="Times New Roman" panose="02020603050405020304" pitchFamily="18" charset="0"/>
              </a:rPr>
              <a:t>čitanja</a:t>
            </a:r>
            <a:r>
              <a:rPr lang="en-US" altLang="en-US" sz="2400">
                <a:effectLst/>
                <a:latin typeface="Times New Roman" panose="02020603050405020304" pitchFamily="18" charset="0"/>
              </a:rPr>
              <a:t>, </a:t>
            </a:r>
            <a:r>
              <a:rPr lang="hr-HR" altLang="en-US" sz="2400">
                <a:effectLst/>
                <a:latin typeface="Times New Roman" panose="02020603050405020304" pitchFamily="18" charset="0"/>
              </a:rPr>
              <a:t>jedno u jednom trenutku</a:t>
            </a:r>
            <a:r>
              <a:rPr lang="en-US" altLang="en-US" sz="2400">
                <a:effectLst/>
                <a:latin typeface="Times New Roman" panose="02020603050405020304" pitchFamily="18" charset="0"/>
              </a:rPr>
              <a:t>).</a:t>
            </a:r>
          </a:p>
          <a:p>
            <a:pPr lvl="1" eaLnBrk="1" hangingPunct="1">
              <a:lnSpc>
                <a:spcPct val="90000"/>
              </a:lnSpc>
              <a:spcBef>
                <a:spcPct val="20000"/>
              </a:spcBef>
              <a:buFontTx/>
              <a:buChar char=" "/>
            </a:pPr>
            <a:r>
              <a:rPr lang="en-US" altLang="en-US" sz="2400">
                <a:effectLst/>
                <a:latin typeface="Times New Roman" panose="02020603050405020304" pitchFamily="18" charset="0"/>
              </a:rPr>
              <a:t>Step 2 </a:t>
            </a:r>
            <a:r>
              <a:rPr lang="hr-HR" altLang="en-US" sz="2400">
                <a:effectLst/>
                <a:latin typeface="Times New Roman" panose="02020603050405020304" pitchFamily="18" charset="0"/>
              </a:rPr>
              <a:t>traje</a:t>
            </a:r>
            <a:r>
              <a:rPr lang="en-US" altLang="en-US" sz="2400">
                <a:effectLst/>
                <a:latin typeface="Times New Roman" panose="02020603050405020304" pitchFamily="18" charset="0"/>
              </a:rPr>
              <a:t> O(m/N) </a:t>
            </a:r>
            <a:r>
              <a:rPr lang="hr-HR" altLang="en-US" sz="2400">
                <a:effectLst/>
                <a:latin typeface="Times New Roman" panose="02020603050405020304" pitchFamily="18" charset="0"/>
              </a:rPr>
              <a:t>vremena</a:t>
            </a:r>
            <a:r>
              <a:rPr lang="en-US" altLang="en-US" sz="2400">
                <a:effectLst/>
                <a:latin typeface="Times New Roman" panose="02020603050405020304" pitchFamily="18" charset="0"/>
              </a:rPr>
              <a:t>.</a:t>
            </a:r>
          </a:p>
          <a:p>
            <a:pPr lvl="1" eaLnBrk="1" hangingPunct="1">
              <a:lnSpc>
                <a:spcPct val="90000"/>
              </a:lnSpc>
              <a:spcBef>
                <a:spcPct val="20000"/>
              </a:spcBef>
              <a:buFontTx/>
              <a:buChar char=" "/>
            </a:pPr>
            <a:r>
              <a:rPr lang="en-US" altLang="en-US" sz="2400">
                <a:effectLst/>
                <a:latin typeface="Times New Roman" panose="02020603050405020304" pitchFamily="18" charset="0"/>
              </a:rPr>
              <a:t>Step 3 </a:t>
            </a:r>
            <a:r>
              <a:rPr lang="hr-HR" altLang="en-US" sz="2400">
                <a:effectLst/>
                <a:latin typeface="Times New Roman" panose="02020603050405020304" pitchFamily="18" charset="0"/>
              </a:rPr>
              <a:t>traje</a:t>
            </a:r>
            <a:r>
              <a:rPr lang="en-US" altLang="en-US" sz="2400">
                <a:effectLst/>
                <a:latin typeface="Times New Roman" panose="02020603050405020304" pitchFamily="18" charset="0"/>
              </a:rPr>
              <a:t> O(N) </a:t>
            </a:r>
            <a:r>
              <a:rPr lang="hr-HR" altLang="en-US" sz="2400">
                <a:effectLst/>
                <a:latin typeface="Times New Roman" panose="02020603050405020304" pitchFamily="18" charset="0"/>
              </a:rPr>
              <a:t>vremena</a:t>
            </a:r>
            <a:r>
              <a:rPr lang="en-US" altLang="en-US" sz="2400">
                <a:effectLst/>
                <a:latin typeface="Times New Roman" panose="02020603050405020304" pitchFamily="18" charset="0"/>
              </a:rPr>
              <a:t>.</a:t>
            </a:r>
          </a:p>
          <a:p>
            <a:pPr lvl="1" eaLnBrk="1" hangingPunct="1">
              <a:lnSpc>
                <a:spcPct val="90000"/>
              </a:lnSpc>
              <a:spcBef>
                <a:spcPct val="20000"/>
              </a:spcBef>
              <a:buFontTx/>
              <a:buChar char=" "/>
            </a:pPr>
            <a:r>
              <a:rPr lang="hr-HR" altLang="en-US" sz="2400">
                <a:effectLst/>
                <a:latin typeface="Times New Roman" panose="02020603050405020304" pitchFamily="18" charset="0"/>
              </a:rPr>
              <a:t>Ukupno vreme</a:t>
            </a:r>
            <a:r>
              <a:rPr lang="en-US" altLang="en-US" sz="2400">
                <a:effectLst/>
                <a:latin typeface="Times New Roman" panose="02020603050405020304" pitchFamily="18" charset="0"/>
              </a:rPr>
              <a:t> O(N)+O(m/N).</a:t>
            </a:r>
          </a:p>
          <a:p>
            <a:pPr eaLnBrk="1" hangingPunct="1"/>
            <a:endParaRPr lang="en-US" altLang="en-US" sz="2400">
              <a:effectLst/>
              <a:latin typeface="Times New Roman" panose="02020603050405020304" pitchFamily="18" charset="0"/>
            </a:endParaRPr>
          </a:p>
        </p:txBody>
      </p:sp>
      <p:sp>
        <p:nvSpPr>
          <p:cNvPr id="45060" name="Rectangle 5">
            <a:extLst>
              <a:ext uri="{FF2B5EF4-FFF2-40B4-BE49-F238E27FC236}">
                <a16:creationId xmlns:a16="http://schemas.microsoft.com/office/drawing/2014/main" id="{A3175AE8-4C9E-B95A-031A-C0BCF9D6B90A}"/>
              </a:ext>
            </a:extLst>
          </p:cNvPr>
          <p:cNvSpPr>
            <a:spLocks noGrp="1" noChangeArrowheads="1"/>
          </p:cNvSpPr>
          <p:nvPr>
            <p:ph type="title"/>
          </p:nvPr>
        </p:nvSpPr>
        <p:spPr/>
        <p:txBody>
          <a:bodyPr/>
          <a:lstStyle/>
          <a:p>
            <a:r>
              <a:rPr kumimoji="0" lang="hr-HR" altLang="en-US">
                <a:effectLst/>
              </a:rPr>
              <a:t>Vremenska kompleksnost za</a:t>
            </a:r>
            <a:r>
              <a:rPr kumimoji="0" lang="en-US" altLang="en-US">
                <a:effectLst/>
              </a:rPr>
              <a:t> EREW</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3">
            <a:extLst>
              <a:ext uri="{FF2B5EF4-FFF2-40B4-BE49-F238E27FC236}">
                <a16:creationId xmlns:a16="http://schemas.microsoft.com/office/drawing/2014/main" id="{6F111C31-DE7D-ADDE-50FD-B45C79DEABCE}"/>
              </a:ext>
            </a:extLst>
          </p:cNvPr>
          <p:cNvSpPr>
            <a:spLocks noChangeArrowheads="1"/>
          </p:cNvSpPr>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buFontTx/>
              <a:buChar char="•"/>
            </a:pPr>
            <a:r>
              <a:rPr lang="en-US" altLang="en-US" sz="3200">
                <a:effectLst/>
                <a:latin typeface="Times New Roman" panose="02020603050405020304" pitchFamily="18" charset="0"/>
              </a:rPr>
              <a:t>ERCW</a:t>
            </a:r>
          </a:p>
          <a:p>
            <a:pPr lvl="1" eaLnBrk="1" hangingPunct="1">
              <a:spcBef>
                <a:spcPct val="20000"/>
              </a:spcBef>
              <a:buFontTx/>
              <a:buChar char=" "/>
            </a:pPr>
            <a:r>
              <a:rPr lang="en-US" altLang="en-US" sz="2800">
                <a:effectLst/>
                <a:latin typeface="Times New Roman" panose="02020603050405020304" pitchFamily="18" charset="0"/>
              </a:rPr>
              <a:t>Step 1 </a:t>
            </a:r>
            <a:r>
              <a:rPr lang="hr-HR" altLang="en-US" sz="2800">
                <a:effectLst/>
                <a:latin typeface="Times New Roman" panose="02020603050405020304" pitchFamily="18" charset="0"/>
              </a:rPr>
              <a:t>traje</a:t>
            </a:r>
            <a:r>
              <a:rPr lang="en-US" altLang="en-US" sz="2800">
                <a:effectLst/>
                <a:latin typeface="Times New Roman" panose="02020603050405020304" pitchFamily="18" charset="0"/>
              </a:rPr>
              <a:t> O(N) </a:t>
            </a:r>
            <a:r>
              <a:rPr lang="hr-HR" altLang="en-US" sz="2800">
                <a:effectLst/>
                <a:latin typeface="Times New Roman" panose="02020603050405020304" pitchFamily="18" charset="0"/>
              </a:rPr>
              <a:t>vremena</a:t>
            </a:r>
            <a:r>
              <a:rPr lang="en-US" altLang="en-US" sz="2800">
                <a:effectLst/>
                <a:latin typeface="Times New Roman" panose="02020603050405020304" pitchFamily="18" charset="0"/>
              </a:rPr>
              <a:t>.</a:t>
            </a:r>
          </a:p>
          <a:p>
            <a:pPr lvl="1" eaLnBrk="1" hangingPunct="1">
              <a:spcBef>
                <a:spcPct val="20000"/>
              </a:spcBef>
              <a:buFontTx/>
              <a:buChar char=" "/>
            </a:pPr>
            <a:r>
              <a:rPr lang="en-US" altLang="en-US" sz="2800">
                <a:effectLst/>
                <a:latin typeface="Times New Roman" panose="02020603050405020304" pitchFamily="18" charset="0"/>
              </a:rPr>
              <a:t>Step 2 </a:t>
            </a:r>
            <a:r>
              <a:rPr lang="hr-HR" altLang="en-US" sz="2800">
                <a:effectLst/>
                <a:latin typeface="Times New Roman" panose="02020603050405020304" pitchFamily="18" charset="0"/>
              </a:rPr>
              <a:t>traje </a:t>
            </a:r>
            <a:r>
              <a:rPr lang="en-US" altLang="en-US" sz="2800">
                <a:effectLst/>
                <a:latin typeface="Times New Roman" panose="02020603050405020304" pitchFamily="18" charset="0"/>
              </a:rPr>
              <a:t> O(m/N) </a:t>
            </a:r>
            <a:r>
              <a:rPr lang="hr-HR" altLang="en-US" sz="2800">
                <a:effectLst/>
                <a:latin typeface="Times New Roman" panose="02020603050405020304" pitchFamily="18" charset="0"/>
              </a:rPr>
              <a:t>vremena</a:t>
            </a:r>
            <a:r>
              <a:rPr lang="en-US" altLang="en-US" sz="2800">
                <a:effectLst/>
                <a:latin typeface="Times New Roman" panose="02020603050405020304" pitchFamily="18" charset="0"/>
              </a:rPr>
              <a:t>.</a:t>
            </a:r>
          </a:p>
          <a:p>
            <a:pPr lvl="1" eaLnBrk="1" hangingPunct="1">
              <a:spcBef>
                <a:spcPct val="20000"/>
              </a:spcBef>
              <a:buFontTx/>
              <a:buChar char=" "/>
            </a:pPr>
            <a:r>
              <a:rPr lang="en-US" altLang="en-US" sz="2800">
                <a:effectLst/>
                <a:latin typeface="Times New Roman" panose="02020603050405020304" pitchFamily="18" charset="0"/>
              </a:rPr>
              <a:t>Step 3 </a:t>
            </a:r>
            <a:r>
              <a:rPr lang="hr-HR" altLang="en-US" sz="2800">
                <a:effectLst/>
                <a:latin typeface="Times New Roman" panose="02020603050405020304" pitchFamily="18" charset="0"/>
              </a:rPr>
              <a:t>konstantno vreme</a:t>
            </a:r>
            <a:r>
              <a:rPr lang="en-US" altLang="en-US" sz="2800">
                <a:effectLst/>
                <a:latin typeface="Times New Roman" panose="02020603050405020304" pitchFamily="18" charset="0"/>
              </a:rPr>
              <a:t>.</a:t>
            </a:r>
          </a:p>
          <a:p>
            <a:pPr lvl="1" eaLnBrk="1" hangingPunct="1">
              <a:spcBef>
                <a:spcPct val="20000"/>
              </a:spcBef>
              <a:buFontTx/>
              <a:buChar char=" "/>
            </a:pPr>
            <a:r>
              <a:rPr lang="hr-HR" altLang="en-US" sz="2800">
                <a:effectLst/>
                <a:latin typeface="Times New Roman" panose="02020603050405020304" pitchFamily="18" charset="0"/>
              </a:rPr>
              <a:t>Ukupno:</a:t>
            </a:r>
            <a:r>
              <a:rPr lang="en-US" altLang="en-US" sz="2800">
                <a:effectLst/>
                <a:latin typeface="Times New Roman" panose="02020603050405020304" pitchFamily="18" charset="0"/>
              </a:rPr>
              <a:t> O(N)+O(m/N).</a:t>
            </a:r>
          </a:p>
          <a:p>
            <a:pPr eaLnBrk="1" hangingPunct="1">
              <a:spcBef>
                <a:spcPct val="20000"/>
              </a:spcBef>
              <a:buFontTx/>
              <a:buChar char="•"/>
            </a:pPr>
            <a:endParaRPr lang="en-US" altLang="en-US" sz="3200">
              <a:effectLst/>
              <a:latin typeface="Times New Roman" panose="02020603050405020304" pitchFamily="18" charset="0"/>
            </a:endParaRPr>
          </a:p>
        </p:txBody>
      </p:sp>
      <p:sp>
        <p:nvSpPr>
          <p:cNvPr id="46083" name="Rectangle 4">
            <a:extLst>
              <a:ext uri="{FF2B5EF4-FFF2-40B4-BE49-F238E27FC236}">
                <a16:creationId xmlns:a16="http://schemas.microsoft.com/office/drawing/2014/main" id="{B20D3BCC-86E8-1EBC-3F40-2740B7E94A31}"/>
              </a:ext>
            </a:extLst>
          </p:cNvPr>
          <p:cNvSpPr>
            <a:spLocks noGrp="1" noChangeArrowheads="1"/>
          </p:cNvSpPr>
          <p:nvPr>
            <p:ph type="title"/>
          </p:nvPr>
        </p:nvSpPr>
        <p:spPr/>
        <p:txBody>
          <a:bodyPr/>
          <a:lstStyle/>
          <a:p>
            <a:r>
              <a:rPr kumimoji="0" lang="en-US" altLang="en-US">
                <a:effectLst/>
              </a:rPr>
              <a:t>ERCW</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CD06E15C-69A2-B3BB-016E-BBB024F0EFFE}"/>
              </a:ext>
            </a:extLst>
          </p:cNvPr>
          <p:cNvSpPr>
            <a:spLocks noChangeArrowheads="1"/>
          </p:cNvSpPr>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buFontTx/>
              <a:buChar char="•"/>
            </a:pPr>
            <a:r>
              <a:rPr lang="en-US" altLang="en-US" sz="3200">
                <a:effectLst/>
                <a:latin typeface="Times New Roman" panose="02020603050405020304" pitchFamily="18" charset="0"/>
              </a:rPr>
              <a:t>CREW</a:t>
            </a:r>
          </a:p>
          <a:p>
            <a:pPr lvl="1" eaLnBrk="1" hangingPunct="1">
              <a:spcBef>
                <a:spcPct val="20000"/>
              </a:spcBef>
              <a:buFontTx/>
              <a:buChar char=" "/>
            </a:pPr>
            <a:r>
              <a:rPr lang="en-US" altLang="en-US" sz="2800">
                <a:effectLst/>
                <a:latin typeface="Times New Roman" panose="02020603050405020304" pitchFamily="18" charset="0"/>
              </a:rPr>
              <a:t>Step 1 </a:t>
            </a:r>
            <a:r>
              <a:rPr lang="hr-HR" altLang="en-US" sz="2800">
                <a:effectLst/>
                <a:latin typeface="Times New Roman" panose="02020603050405020304" pitchFamily="18" charset="0"/>
              </a:rPr>
              <a:t>konstantno vreme</a:t>
            </a:r>
            <a:r>
              <a:rPr lang="en-US" altLang="en-US" sz="2800">
                <a:effectLst/>
                <a:latin typeface="Times New Roman" panose="02020603050405020304" pitchFamily="18" charset="0"/>
              </a:rPr>
              <a:t>.</a:t>
            </a:r>
          </a:p>
          <a:p>
            <a:pPr lvl="1" eaLnBrk="1" hangingPunct="1">
              <a:spcBef>
                <a:spcPct val="20000"/>
              </a:spcBef>
              <a:buFontTx/>
              <a:buChar char=" "/>
            </a:pPr>
            <a:r>
              <a:rPr lang="en-US" altLang="en-US" sz="2800">
                <a:effectLst/>
                <a:latin typeface="Times New Roman" panose="02020603050405020304" pitchFamily="18" charset="0"/>
              </a:rPr>
              <a:t>Step 2 </a:t>
            </a:r>
            <a:r>
              <a:rPr lang="hr-HR" altLang="en-US" sz="2800">
                <a:effectLst/>
                <a:latin typeface="Times New Roman" panose="02020603050405020304" pitchFamily="18" charset="0"/>
              </a:rPr>
              <a:t>traje</a:t>
            </a:r>
            <a:r>
              <a:rPr lang="en-US" altLang="en-US" sz="2800">
                <a:effectLst/>
                <a:latin typeface="Times New Roman" panose="02020603050405020304" pitchFamily="18" charset="0"/>
              </a:rPr>
              <a:t> O(m/N) </a:t>
            </a:r>
            <a:r>
              <a:rPr lang="hr-HR" altLang="en-US" sz="2800">
                <a:effectLst/>
                <a:latin typeface="Times New Roman" panose="02020603050405020304" pitchFamily="18" charset="0"/>
              </a:rPr>
              <a:t>vremena</a:t>
            </a:r>
            <a:r>
              <a:rPr lang="en-US" altLang="en-US" sz="2800">
                <a:effectLst/>
                <a:latin typeface="Times New Roman" panose="02020603050405020304" pitchFamily="18" charset="0"/>
              </a:rPr>
              <a:t>.</a:t>
            </a:r>
          </a:p>
          <a:p>
            <a:pPr lvl="1" eaLnBrk="1" hangingPunct="1">
              <a:spcBef>
                <a:spcPct val="20000"/>
              </a:spcBef>
              <a:buFontTx/>
              <a:buChar char=" "/>
            </a:pPr>
            <a:r>
              <a:rPr lang="en-US" altLang="en-US" sz="2800">
                <a:effectLst/>
                <a:latin typeface="Times New Roman" panose="02020603050405020304" pitchFamily="18" charset="0"/>
              </a:rPr>
              <a:t>Step 3 </a:t>
            </a:r>
            <a:r>
              <a:rPr lang="hr-HR" altLang="en-US" sz="2800">
                <a:effectLst/>
                <a:latin typeface="Times New Roman" panose="02020603050405020304" pitchFamily="18" charset="0"/>
              </a:rPr>
              <a:t>traje</a:t>
            </a:r>
            <a:r>
              <a:rPr lang="en-US" altLang="en-US" sz="2800">
                <a:effectLst/>
                <a:latin typeface="Times New Roman" panose="02020603050405020304" pitchFamily="18" charset="0"/>
              </a:rPr>
              <a:t> O(N) </a:t>
            </a:r>
            <a:r>
              <a:rPr lang="hr-HR" altLang="en-US" sz="2800">
                <a:effectLst/>
                <a:latin typeface="Times New Roman" panose="02020603050405020304" pitchFamily="18" charset="0"/>
              </a:rPr>
              <a:t>vremena</a:t>
            </a:r>
            <a:endParaRPr lang="en-US" altLang="en-US" sz="2800">
              <a:effectLst/>
              <a:latin typeface="Times New Roman" panose="02020603050405020304" pitchFamily="18" charset="0"/>
            </a:endParaRPr>
          </a:p>
          <a:p>
            <a:pPr lvl="1" eaLnBrk="1" hangingPunct="1">
              <a:spcBef>
                <a:spcPct val="20000"/>
              </a:spcBef>
              <a:buFontTx/>
              <a:buChar char=" "/>
            </a:pPr>
            <a:r>
              <a:rPr lang="hr-HR" altLang="en-US" sz="2800">
                <a:effectLst/>
                <a:latin typeface="Times New Roman" panose="02020603050405020304" pitchFamily="18" charset="0"/>
              </a:rPr>
              <a:t>Ukupno:</a:t>
            </a:r>
            <a:r>
              <a:rPr lang="en-US" altLang="en-US" sz="2800">
                <a:effectLst/>
                <a:latin typeface="Times New Roman" panose="02020603050405020304" pitchFamily="18" charset="0"/>
              </a:rPr>
              <a:t> O(N)+O(m/N).</a:t>
            </a:r>
          </a:p>
        </p:txBody>
      </p:sp>
      <p:sp>
        <p:nvSpPr>
          <p:cNvPr id="32771" name="Rectangle 3">
            <a:extLst>
              <a:ext uri="{FF2B5EF4-FFF2-40B4-BE49-F238E27FC236}">
                <a16:creationId xmlns:a16="http://schemas.microsoft.com/office/drawing/2014/main" id="{3A405195-22B7-3DA8-CCF8-BD1D8B0475F5}"/>
              </a:ext>
            </a:extLst>
          </p:cNvPr>
          <p:cNvSpPr>
            <a:spLocks noGrp="1" noChangeArrowheads="1"/>
          </p:cNvSpPr>
          <p:nvPr>
            <p:ph type="title"/>
          </p:nvPr>
        </p:nvSpPr>
        <p:spPr/>
        <p:txBody>
          <a:bodyPr/>
          <a:lstStyle/>
          <a:p>
            <a:pPr>
              <a:defRPr/>
            </a:pPr>
            <a:r>
              <a:rPr kumimoji="0" lang="en-US" altLang="en-US"/>
              <a:t>CREW</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30E529DB-CFBC-D17B-8250-174AF9C23680}"/>
              </a:ext>
            </a:extLst>
          </p:cNvPr>
          <p:cNvSpPr>
            <a:spLocks noChangeArrowheads="1"/>
          </p:cNvSpPr>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buFontTx/>
              <a:buChar char="•"/>
            </a:pPr>
            <a:r>
              <a:rPr lang="en-US" altLang="en-US" sz="3200">
                <a:effectLst/>
                <a:latin typeface="Times New Roman" panose="02020603050405020304" pitchFamily="18" charset="0"/>
              </a:rPr>
              <a:t>CRCW</a:t>
            </a:r>
          </a:p>
          <a:p>
            <a:pPr lvl="1" eaLnBrk="1" hangingPunct="1">
              <a:spcBef>
                <a:spcPct val="20000"/>
              </a:spcBef>
              <a:buFontTx/>
              <a:buChar char=" "/>
            </a:pPr>
            <a:r>
              <a:rPr lang="en-US" altLang="en-US" sz="2800">
                <a:effectLst/>
                <a:latin typeface="Times New Roman" panose="02020603050405020304" pitchFamily="18" charset="0"/>
              </a:rPr>
              <a:t>Step 1 </a:t>
            </a:r>
            <a:r>
              <a:rPr lang="hr-HR" altLang="en-US" sz="2800">
                <a:effectLst/>
                <a:latin typeface="Times New Roman" panose="02020603050405020304" pitchFamily="18" charset="0"/>
              </a:rPr>
              <a:t>konstantno vreme</a:t>
            </a:r>
            <a:r>
              <a:rPr lang="en-US" altLang="en-US" sz="2800">
                <a:effectLst/>
                <a:latin typeface="Times New Roman" panose="02020603050405020304" pitchFamily="18" charset="0"/>
              </a:rPr>
              <a:t>.</a:t>
            </a:r>
          </a:p>
          <a:p>
            <a:pPr lvl="1" eaLnBrk="1" hangingPunct="1">
              <a:spcBef>
                <a:spcPct val="20000"/>
              </a:spcBef>
              <a:buFontTx/>
              <a:buChar char=" "/>
            </a:pPr>
            <a:r>
              <a:rPr lang="en-US" altLang="en-US" sz="2800">
                <a:effectLst/>
                <a:latin typeface="Times New Roman" panose="02020603050405020304" pitchFamily="18" charset="0"/>
              </a:rPr>
              <a:t>Step 2 </a:t>
            </a:r>
            <a:r>
              <a:rPr lang="hr-HR" altLang="en-US" sz="2800">
                <a:effectLst/>
                <a:latin typeface="Times New Roman" panose="02020603050405020304" pitchFamily="18" charset="0"/>
              </a:rPr>
              <a:t>traje</a:t>
            </a:r>
            <a:r>
              <a:rPr lang="en-US" altLang="en-US" sz="2800">
                <a:effectLst/>
                <a:latin typeface="Times New Roman" panose="02020603050405020304" pitchFamily="18" charset="0"/>
              </a:rPr>
              <a:t> O(m/N) </a:t>
            </a:r>
            <a:r>
              <a:rPr lang="hr-HR" altLang="en-US" sz="2800">
                <a:effectLst/>
                <a:latin typeface="Times New Roman" panose="02020603050405020304" pitchFamily="18" charset="0"/>
              </a:rPr>
              <a:t>vremena</a:t>
            </a:r>
            <a:r>
              <a:rPr lang="en-US" altLang="en-US" sz="2800">
                <a:effectLst/>
                <a:latin typeface="Times New Roman" panose="02020603050405020304" pitchFamily="18" charset="0"/>
              </a:rPr>
              <a:t>.</a:t>
            </a:r>
          </a:p>
          <a:p>
            <a:pPr lvl="1" eaLnBrk="1" hangingPunct="1">
              <a:spcBef>
                <a:spcPct val="20000"/>
              </a:spcBef>
              <a:buFontTx/>
              <a:buChar char=" "/>
            </a:pPr>
            <a:r>
              <a:rPr lang="en-US" altLang="en-US" sz="2800">
                <a:effectLst/>
                <a:latin typeface="Times New Roman" panose="02020603050405020304" pitchFamily="18" charset="0"/>
              </a:rPr>
              <a:t>Step 3 </a:t>
            </a:r>
            <a:r>
              <a:rPr lang="hr-HR" altLang="en-US" sz="2800">
                <a:effectLst/>
                <a:latin typeface="Times New Roman" panose="02020603050405020304" pitchFamily="18" charset="0"/>
              </a:rPr>
              <a:t>konstantno vreme</a:t>
            </a:r>
            <a:r>
              <a:rPr lang="en-US" altLang="en-US" sz="2800">
                <a:effectLst/>
                <a:latin typeface="Times New Roman" panose="02020603050405020304" pitchFamily="18" charset="0"/>
              </a:rPr>
              <a:t>.</a:t>
            </a:r>
          </a:p>
          <a:p>
            <a:pPr lvl="1" eaLnBrk="1" hangingPunct="1">
              <a:spcBef>
                <a:spcPct val="20000"/>
              </a:spcBef>
              <a:buFontTx/>
              <a:buChar char=" "/>
            </a:pPr>
            <a:r>
              <a:rPr lang="hr-HR" altLang="en-US" sz="2800">
                <a:effectLst/>
                <a:latin typeface="Times New Roman" panose="02020603050405020304" pitchFamily="18" charset="0"/>
              </a:rPr>
              <a:t>Ukupno:</a:t>
            </a:r>
            <a:r>
              <a:rPr lang="en-US" altLang="en-US" sz="2800">
                <a:effectLst/>
                <a:latin typeface="Times New Roman" panose="02020603050405020304" pitchFamily="18" charset="0"/>
              </a:rPr>
              <a:t> O(m/N).</a:t>
            </a:r>
          </a:p>
        </p:txBody>
      </p:sp>
      <p:sp>
        <p:nvSpPr>
          <p:cNvPr id="33795" name="Rectangle 3">
            <a:extLst>
              <a:ext uri="{FF2B5EF4-FFF2-40B4-BE49-F238E27FC236}">
                <a16:creationId xmlns:a16="http://schemas.microsoft.com/office/drawing/2014/main" id="{5F3490A0-9A9F-2750-40AA-94E58413832A}"/>
              </a:ext>
            </a:extLst>
          </p:cNvPr>
          <p:cNvSpPr>
            <a:spLocks noGrp="1" noChangeArrowheads="1"/>
          </p:cNvSpPr>
          <p:nvPr>
            <p:ph type="title"/>
          </p:nvPr>
        </p:nvSpPr>
        <p:spPr/>
        <p:txBody>
          <a:bodyPr/>
          <a:lstStyle/>
          <a:p>
            <a:pPr>
              <a:defRPr/>
            </a:pPr>
            <a:r>
              <a:rPr kumimoji="0" lang="en-US" altLang="en-US"/>
              <a:t>CRCW</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BE558D-DD6D-F923-1A7A-4848C6270DAA}"/>
              </a:ext>
            </a:extLst>
          </p:cNvPr>
          <p:cNvSpPr>
            <a:spLocks noGrp="1"/>
          </p:cNvSpPr>
          <p:nvPr>
            <p:ph type="title"/>
          </p:nvPr>
        </p:nvSpPr>
        <p:spPr>
          <a:xfrm>
            <a:off x="0" y="0"/>
            <a:ext cx="9144000" cy="1268760"/>
          </a:xfrm>
        </p:spPr>
        <p:txBody>
          <a:bodyPr/>
          <a:lstStyle/>
          <a:p>
            <a:r>
              <a:rPr lang="en-US" dirty="0"/>
              <a:t>Primer: </a:t>
            </a:r>
            <a:r>
              <a:rPr lang="en-US" dirty="0" err="1"/>
              <a:t>Fosterova</a:t>
            </a:r>
            <a:r>
              <a:rPr lang="en-US" dirty="0"/>
              <a:t> </a:t>
            </a:r>
            <a:r>
              <a:rPr lang="en-US" dirty="0" err="1"/>
              <a:t>metodologija</a:t>
            </a:r>
            <a:r>
              <a:rPr lang="en-US" dirty="0"/>
              <a:t> </a:t>
            </a:r>
            <a:r>
              <a:rPr lang="en-US" dirty="0" err="1"/>
              <a:t>projektovanja</a:t>
            </a:r>
            <a:r>
              <a:rPr lang="en-US" dirty="0"/>
              <a:t> - </a:t>
            </a:r>
            <a:r>
              <a:rPr lang="en-US" dirty="0" err="1"/>
              <a:t>proizvod</a:t>
            </a:r>
            <a:r>
              <a:rPr lang="en-US" dirty="0"/>
              <a:t> </a:t>
            </a:r>
            <a:r>
              <a:rPr lang="en-US" dirty="0" err="1"/>
              <a:t>matrica</a:t>
            </a:r>
            <a:endParaRPr lang="en-US" dirty="0"/>
          </a:p>
        </p:txBody>
      </p:sp>
      <p:pic>
        <p:nvPicPr>
          <p:cNvPr id="5" name="Picture 4">
            <a:extLst>
              <a:ext uri="{FF2B5EF4-FFF2-40B4-BE49-F238E27FC236}">
                <a16:creationId xmlns:a16="http://schemas.microsoft.com/office/drawing/2014/main" id="{878D59D4-7015-E171-39A6-2293FAAC6ECE}"/>
              </a:ext>
            </a:extLst>
          </p:cNvPr>
          <p:cNvPicPr>
            <a:picLocks noChangeAspect="1"/>
          </p:cNvPicPr>
          <p:nvPr/>
        </p:nvPicPr>
        <p:blipFill>
          <a:blip r:embed="rId2"/>
          <a:stretch>
            <a:fillRect/>
          </a:stretch>
        </p:blipFill>
        <p:spPr>
          <a:xfrm>
            <a:off x="611561" y="2060847"/>
            <a:ext cx="7790850" cy="3929001"/>
          </a:xfrm>
          <a:prstGeom prst="rect">
            <a:avLst/>
          </a:prstGeom>
        </p:spPr>
      </p:pic>
    </p:spTree>
    <p:extLst>
      <p:ext uri="{BB962C8B-B14F-4D97-AF65-F5344CB8AC3E}">
        <p14:creationId xmlns:p14="http://schemas.microsoft.com/office/powerpoint/2010/main" val="1038088320"/>
      </p:ext>
    </p:extLst>
  </p:cSld>
  <p:clrMapOvr>
    <a:masterClrMapping/>
  </p:clrMapOvr>
  <p:transition>
    <p:pull dir="d"/>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C22E0E-4714-6277-CD0F-EBAD6E5671A7}"/>
              </a:ext>
            </a:extLst>
          </p:cNvPr>
          <p:cNvSpPr>
            <a:spLocks noGrp="1"/>
          </p:cNvSpPr>
          <p:nvPr>
            <p:ph type="title"/>
          </p:nvPr>
        </p:nvSpPr>
        <p:spPr/>
        <p:txBody>
          <a:bodyPr/>
          <a:lstStyle/>
          <a:p>
            <a:r>
              <a:rPr lang="en-US" dirty="0"/>
              <a:t>Korak 1: </a:t>
            </a:r>
            <a:r>
              <a:rPr lang="en-US" dirty="0" err="1"/>
              <a:t>dekompozicija</a:t>
            </a:r>
            <a:endParaRPr lang="en-US"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DAC80A5C-0856-F434-4261-D94DDFDA1371}"/>
                  </a:ext>
                </a:extLst>
              </p:cNvPr>
              <p:cNvSpPr>
                <a:spLocks noGrp="1"/>
              </p:cNvSpPr>
              <p:nvPr>
                <p:ph idx="1"/>
              </p:nvPr>
            </p:nvSpPr>
            <p:spPr/>
            <p:txBody>
              <a:bodyPr>
                <a:normAutofit lnSpcReduction="10000"/>
              </a:bodyPr>
              <a:lstStyle/>
              <a:p>
                <a:r>
                  <a:rPr lang="sr-Latn-RS" dirty="0"/>
                  <a:t>Svaki element </a:t>
                </a:r>
                <a14:m>
                  <m:oMath xmlns:m="http://schemas.openxmlformats.org/officeDocument/2006/math">
                    <m:sSub>
                      <m:sSubPr>
                        <m:ctrlPr>
                          <a:rPr lang="en-US" i="1">
                            <a:effectLst/>
                            <a:latin typeface="Cambria Math" panose="02040503050406030204" pitchFamily="18" charset="0"/>
                          </a:rPr>
                        </m:ctrlPr>
                      </m:sSubPr>
                      <m:e>
                        <m:r>
                          <m:rPr>
                            <m:sty m:val="p"/>
                          </m:rPr>
                          <a:rPr lang="en-US" b="0" i="1" smtClean="0">
                            <a:effectLst/>
                            <a:latin typeface="Cambria Math" panose="02040503050406030204" pitchFamily="18" charset="0"/>
                          </a:rPr>
                          <m:t>c</m:t>
                        </m:r>
                      </m:e>
                      <m:sub>
                        <m:r>
                          <a:rPr lang="en-US" i="1">
                            <a:effectLst/>
                            <a:latin typeface="Cambria Math" panose="02040503050406030204" pitchFamily="18" charset="0"/>
                          </a:rPr>
                          <m:t>𝑖𝑗</m:t>
                        </m:r>
                      </m:sub>
                    </m:sSub>
                    <m:r>
                      <a:rPr lang="en-US" i="1">
                        <a:effectLst/>
                        <a:latin typeface="Cambria Math" panose="02040503050406030204" pitchFamily="18" charset="0"/>
                      </a:rPr>
                      <m:t>=</m:t>
                    </m:r>
                    <m:nary>
                      <m:naryPr>
                        <m:chr m:val="∑"/>
                        <m:ctrlPr>
                          <a:rPr lang="en-US" i="1">
                            <a:effectLst/>
                            <a:latin typeface="Cambria Math" panose="02040503050406030204" pitchFamily="18" charset="0"/>
                          </a:rPr>
                        </m:ctrlPr>
                      </m:naryPr>
                      <m:sub>
                        <m:r>
                          <a:rPr lang="en-US" i="1">
                            <a:effectLst/>
                            <a:latin typeface="Cambria Math" panose="02040503050406030204" pitchFamily="18" charset="0"/>
                          </a:rPr>
                          <m:t>𝑘</m:t>
                        </m:r>
                        <m:r>
                          <a:rPr lang="en-US" i="1">
                            <a:effectLst/>
                            <a:latin typeface="Cambria Math" panose="02040503050406030204" pitchFamily="18" charset="0"/>
                          </a:rPr>
                          <m:t>=</m:t>
                        </m:r>
                        <m:r>
                          <a:rPr lang="en-US" i="1">
                            <a:effectLst/>
                            <a:latin typeface="Cambria Math" panose="02040503050406030204" pitchFamily="18" charset="0"/>
                          </a:rPr>
                          <m:t>1</m:t>
                        </m:r>
                      </m:sub>
                      <m:sup>
                        <m:r>
                          <a:rPr lang="en-US" i="1">
                            <a:effectLst/>
                            <a:latin typeface="Cambria Math" panose="02040503050406030204" pitchFamily="18" charset="0"/>
                          </a:rPr>
                          <m:t>𝑛</m:t>
                        </m:r>
                      </m:sup>
                      <m:e>
                        <m:sSub>
                          <m:sSubPr>
                            <m:ctrlPr>
                              <a:rPr lang="en-US" i="1">
                                <a:effectLst/>
                                <a:latin typeface="Cambria Math" panose="02040503050406030204" pitchFamily="18" charset="0"/>
                              </a:rPr>
                            </m:ctrlPr>
                          </m:sSubPr>
                          <m:e>
                            <m:r>
                              <m:rPr>
                                <m:sty m:val="p"/>
                              </m:rPr>
                              <a:rPr lang="en-US" b="0" i="1" smtClean="0">
                                <a:effectLst/>
                                <a:latin typeface="Cambria Math" panose="02040503050406030204" pitchFamily="18" charset="0"/>
                              </a:rPr>
                              <m:t>a</m:t>
                            </m:r>
                          </m:e>
                          <m:sub>
                            <m:r>
                              <a:rPr lang="en-US" i="1">
                                <a:effectLst/>
                                <a:latin typeface="Cambria Math" panose="02040503050406030204" pitchFamily="18" charset="0"/>
                              </a:rPr>
                              <m:t>𝑖𝑘</m:t>
                            </m:r>
                          </m:sub>
                        </m:sSub>
                        <m:sSub>
                          <m:sSubPr>
                            <m:ctrlPr>
                              <a:rPr lang="en-US" i="1">
                                <a:effectLst/>
                                <a:latin typeface="Cambria Math" panose="02040503050406030204" pitchFamily="18" charset="0"/>
                              </a:rPr>
                            </m:ctrlPr>
                          </m:sSubPr>
                          <m:e>
                            <m:r>
                              <m:rPr>
                                <m:sty m:val="p"/>
                              </m:rPr>
                              <a:rPr lang="en-US" b="0" i="1" smtClean="0">
                                <a:effectLst/>
                                <a:latin typeface="Cambria Math" panose="02040503050406030204" pitchFamily="18" charset="0"/>
                              </a:rPr>
                              <m:t>b</m:t>
                            </m:r>
                          </m:e>
                          <m:sub>
                            <m:r>
                              <a:rPr lang="en-US" i="1">
                                <a:effectLst/>
                                <a:latin typeface="Cambria Math" panose="02040503050406030204" pitchFamily="18" charset="0"/>
                              </a:rPr>
                              <m:t>𝑘𝑗</m:t>
                            </m:r>
                          </m:sub>
                        </m:sSub>
                      </m:e>
                    </m:nary>
                  </m:oMath>
                </a14:m>
                <a:r>
                  <a:rPr lang="sr-Latn-RS" dirty="0"/>
                  <a:t> može se nezavisno izračunati</a:t>
                </a:r>
              </a:p>
              <a:p>
                <a:r>
                  <a:rPr lang="sr-Latn-RS" dirty="0"/>
                  <a:t>Izvršimo dekompoziciju na n</a:t>
                </a:r>
                <a:r>
                  <a:rPr lang="sr-Latn-RS" baseline="30000" dirty="0"/>
                  <a:t>2</a:t>
                </a:r>
                <a:r>
                  <a:rPr lang="sr-Latn-RS" dirty="0"/>
                  <a:t> primitivnih  zadataka</a:t>
                </a:r>
              </a:p>
              <a:p>
                <a:r>
                  <a:rPr lang="sr-Latn-RS" dirty="0"/>
                  <a:t>Svaki primitivni zadatak </a:t>
                </a:r>
                <a14:m>
                  <m:oMath xmlns:m="http://schemas.openxmlformats.org/officeDocument/2006/math">
                    <m:sSub>
                      <m:sSubPr>
                        <m:ctrlPr>
                          <a:rPr lang="en-US" i="1">
                            <a:effectLst/>
                            <a:latin typeface="Cambria Math" panose="02040503050406030204" pitchFamily="18" charset="0"/>
                          </a:rPr>
                        </m:ctrlPr>
                      </m:sSubPr>
                      <m:e>
                        <m:r>
                          <a:rPr lang="en-US" i="1">
                            <a:effectLst/>
                            <a:latin typeface="Cambria Math" panose="02040503050406030204" pitchFamily="18" charset="0"/>
                          </a:rPr>
                          <m:t>𝑇</m:t>
                        </m:r>
                      </m:e>
                      <m:sub>
                        <m:r>
                          <a:rPr lang="en-US" i="1">
                            <a:effectLst/>
                            <a:latin typeface="Cambria Math" panose="02040503050406030204" pitchFamily="18" charset="0"/>
                          </a:rPr>
                          <m:t>𝑖𝑗</m:t>
                        </m:r>
                      </m:sub>
                    </m:sSub>
                    <m:r>
                      <a:rPr lang="en-US" i="1">
                        <a:effectLst/>
                        <a:latin typeface="Cambria Math" panose="02040503050406030204" pitchFamily="18" charset="0"/>
                      </a:rPr>
                      <m:t>:</m:t>
                    </m:r>
                    <m:r>
                      <m:rPr>
                        <m:nor/>
                      </m:rPr>
                      <a:rPr lang="sr-Latn-RS" b="0" i="0" smtClean="0">
                        <a:effectLst/>
                      </a:rPr>
                      <m:t>ra</m:t>
                    </m:r>
                    <m:r>
                      <m:rPr>
                        <m:nor/>
                      </m:rPr>
                      <a:rPr lang="sr-Latn-RS" b="0" i="0" smtClean="0">
                        <a:effectLst/>
                      </a:rPr>
                      <m:t>č</m:t>
                    </m:r>
                    <m:r>
                      <m:rPr>
                        <m:nor/>
                      </m:rPr>
                      <a:rPr lang="sr-Latn-RS" b="0" i="0" smtClean="0">
                        <a:effectLst/>
                      </a:rPr>
                      <m:t>una</m:t>
                    </m:r>
                    <m:r>
                      <m:rPr>
                        <m:nor/>
                      </m:rPr>
                      <a:rPr lang="sr-Latn-RS" b="0" i="0" smtClean="0">
                        <a:effectLst/>
                      </a:rPr>
                      <m:t> </m:t>
                    </m:r>
                    <m:r>
                      <m:rPr>
                        <m:nor/>
                      </m:rPr>
                      <a:rPr lang="en-US">
                        <a:effectLst/>
                      </a:rPr>
                      <m:t> </m:t>
                    </m:r>
                    <m:sSub>
                      <m:sSubPr>
                        <m:ctrlPr>
                          <a:rPr lang="en-US" i="1">
                            <a:effectLst/>
                            <a:latin typeface="Cambria Math" panose="02040503050406030204" pitchFamily="18" charset="0"/>
                          </a:rPr>
                        </m:ctrlPr>
                      </m:sSubPr>
                      <m:e>
                        <m:r>
                          <m:rPr>
                            <m:sty m:val="p"/>
                          </m:rPr>
                          <a:rPr lang="en-US" b="0" i="1" smtClean="0">
                            <a:effectLst/>
                            <a:latin typeface="Cambria Math" panose="02040503050406030204" pitchFamily="18" charset="0"/>
                          </a:rPr>
                          <m:t>c</m:t>
                        </m:r>
                      </m:e>
                      <m:sub>
                        <m:r>
                          <a:rPr lang="en-US" i="1">
                            <a:effectLst/>
                            <a:latin typeface="Cambria Math" panose="02040503050406030204" pitchFamily="18" charset="0"/>
                          </a:rPr>
                          <m:t>𝑖𝑗</m:t>
                        </m:r>
                      </m:sub>
                    </m:sSub>
                  </m:oMath>
                </a14:m>
                <a:endParaRPr lang="sr-Latn-RS" dirty="0"/>
              </a:p>
              <a:p>
                <a:pPr lvl="1"/>
                <a:r>
                  <a:rPr lang="sr-Latn-RS" dirty="0"/>
                  <a:t>Izračunavanja po primitivnom zadatku O(n)</a:t>
                </a:r>
                <a:endParaRPr lang="en-US" dirty="0"/>
              </a:p>
              <a:p>
                <a:r>
                  <a:rPr lang="sr-Latn-RS" dirty="0"/>
                  <a:t>Npr za matrice dimenzija 4 ×4, imaćemo 16 primitivnih zadataka</a:t>
                </a:r>
              </a:p>
              <a:p>
                <a:pPr lvl="1"/>
                <a:r>
                  <a:rPr lang="sr-Latn-RS" dirty="0"/>
                  <a:t> </a:t>
                </a:r>
                <a14:m>
                  <m:oMath xmlns:m="http://schemas.openxmlformats.org/officeDocument/2006/math">
                    <m:sSub>
                      <m:sSubPr>
                        <m:ctrlPr>
                          <a:rPr lang="en-US" b="0" i="1" smtClean="0">
                            <a:latin typeface="Cambria Math" panose="02040503050406030204" pitchFamily="18" charset="0"/>
                          </a:rPr>
                        </m:ctrlPr>
                      </m:sSubPr>
                      <m:e>
                        <m:r>
                          <a:rPr lang="sr-Latn-RS" b="0" i="1" smtClean="0">
                            <a:latin typeface="Cambria Math" panose="02040503050406030204" pitchFamily="18" charset="0"/>
                          </a:rPr>
                          <m:t>𝑇</m:t>
                        </m:r>
                      </m:e>
                      <m:sub>
                        <m:r>
                          <a:rPr lang="en-US" b="0" i="1" smtClean="0">
                            <a:latin typeface="Cambria Math" panose="02040503050406030204" pitchFamily="18" charset="0"/>
                          </a:rPr>
                          <m:t>11</m:t>
                        </m:r>
                      </m:sub>
                    </m:sSub>
                  </m:oMath>
                </a14:m>
                <a:r>
                  <a:rPr lang="sr-Latn-RS" dirty="0"/>
                  <a:t> računa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c</m:t>
                        </m:r>
                      </m:e>
                      <m:sub>
                        <m:r>
                          <a:rPr lang="en-US" b="0" i="1" smtClean="0">
                            <a:latin typeface="Cambria Math" panose="02040503050406030204" pitchFamily="18" charset="0"/>
                          </a:rPr>
                          <m:t>11</m:t>
                        </m:r>
                      </m:sub>
                    </m:sSub>
                  </m:oMath>
                </a14:m>
                <a:endParaRPr lang="sr-Latn-RS" dirty="0"/>
              </a:p>
              <a:p>
                <a:pPr lvl="1"/>
                <a14:m>
                  <m:oMath xmlns:m="http://schemas.openxmlformats.org/officeDocument/2006/math">
                    <m:sSub>
                      <m:sSubPr>
                        <m:ctrlPr>
                          <a:rPr lang="en-US" b="0" i="1" dirty="0" smtClean="0">
                            <a:latin typeface="Cambria Math" panose="02040503050406030204" pitchFamily="18" charset="0"/>
                          </a:rPr>
                        </m:ctrlPr>
                      </m:sSubPr>
                      <m:e>
                        <m:r>
                          <a:rPr lang="sr-Latn-RS" i="1" dirty="0" smtClean="0">
                            <a:latin typeface="Cambria Math" panose="02040503050406030204" pitchFamily="18" charset="0"/>
                          </a:rPr>
                          <m:t>𝑇</m:t>
                        </m:r>
                      </m:e>
                      <m:sub>
                        <m:r>
                          <a:rPr lang="sr-Latn-RS" i="1" dirty="0" smtClean="0">
                            <a:latin typeface="Cambria Math" panose="02040503050406030204" pitchFamily="18" charset="0"/>
                          </a:rPr>
                          <m:t>12</m:t>
                        </m:r>
                      </m:sub>
                    </m:sSub>
                  </m:oMath>
                </a14:m>
                <a:r>
                  <a:rPr lang="sr-Latn-RS" dirty="0"/>
                  <a:t> računa </a:t>
                </a:r>
                <a14:m>
                  <m:oMath xmlns:m="http://schemas.openxmlformats.org/officeDocument/2006/math">
                    <m:sSub>
                      <m:sSubPr>
                        <m:ctrlPr>
                          <a:rPr lang="en-US" b="0" i="1" dirty="0" smtClean="0">
                            <a:latin typeface="Cambria Math" panose="02040503050406030204" pitchFamily="18" charset="0"/>
                          </a:rPr>
                        </m:ctrlPr>
                      </m:sSubPr>
                      <m:e>
                        <m:r>
                          <m:rPr>
                            <m:sty m:val="p"/>
                          </m:rPr>
                          <a:rPr lang="en-US" b="0" i="1" dirty="0" smtClean="0">
                            <a:latin typeface="Cambria Math" panose="02040503050406030204" pitchFamily="18" charset="0"/>
                          </a:rPr>
                          <m:t>c</m:t>
                        </m:r>
                      </m:e>
                      <m:sub>
                        <m:r>
                          <a:rPr lang="sr-Latn-RS" i="1" dirty="0" smtClean="0">
                            <a:latin typeface="Cambria Math" panose="02040503050406030204" pitchFamily="18" charset="0"/>
                          </a:rPr>
                          <m:t>12</m:t>
                        </m:r>
                      </m:sub>
                    </m:sSub>
                  </m:oMath>
                </a14:m>
                <a:endParaRPr lang="sr-Latn-RS" dirty="0"/>
              </a:p>
              <a:p>
                <a:pPr lvl="1"/>
                <a:r>
                  <a:rPr lang="sr-Latn-RS" dirty="0"/>
                  <a:t>Itd</a:t>
                </a:r>
                <a:endParaRPr lang="en-US" dirty="0"/>
              </a:p>
              <a:p>
                <a:pPr lvl="1"/>
                <a14:m>
                  <m:oMath xmlns:m="http://schemas.openxmlformats.org/officeDocument/2006/math">
                    <m:sSub>
                      <m:sSubPr>
                        <m:ctrlPr>
                          <a:rPr lang="en-US" i="1" smtClean="0">
                            <a:latin typeface="Cambria Math" panose="02040503050406030204" pitchFamily="18" charset="0"/>
                          </a:rPr>
                        </m:ctrlPr>
                      </m:sSubPr>
                      <m:e>
                        <m:r>
                          <m:rPr>
                            <m:sty m:val="p"/>
                          </m:rPr>
                          <a:rPr lang="en-US" b="0" i="1" smtClean="0">
                            <a:latin typeface="Cambria Math" panose="02040503050406030204" pitchFamily="18" charset="0"/>
                          </a:rPr>
                          <m:t>T</m:t>
                        </m:r>
                      </m:e>
                      <m:sub>
                        <m:r>
                          <a:rPr lang="en-US" b="0" i="1" smtClean="0">
                            <a:latin typeface="Cambria Math" panose="02040503050406030204" pitchFamily="18" charset="0"/>
                          </a:rPr>
                          <m:t>44</m:t>
                        </m:r>
                      </m:sub>
                    </m:sSub>
                  </m:oMath>
                </a14:m>
                <a:r>
                  <a:rPr lang="en-US" dirty="0"/>
                  <a:t>=</a:t>
                </a:r>
                <a14:m>
                  <m:oMath xmlns:m="http://schemas.openxmlformats.org/officeDocument/2006/math">
                    <m:sSub>
                      <m:sSubPr>
                        <m:ctrlPr>
                          <a:rPr lang="en-US" i="1" dirty="0" smtClean="0">
                            <a:latin typeface="Cambria Math" panose="02040503050406030204" pitchFamily="18" charset="0"/>
                          </a:rPr>
                        </m:ctrlPr>
                      </m:sSubPr>
                      <m:e>
                        <m:r>
                          <m:rPr>
                            <m:sty m:val="p"/>
                          </m:rPr>
                          <a:rPr lang="en-US" b="0" i="1" dirty="0" smtClean="0">
                            <a:latin typeface="Cambria Math" panose="02040503050406030204" pitchFamily="18" charset="0"/>
                          </a:rPr>
                          <m:t>c</m:t>
                        </m:r>
                      </m:e>
                      <m:sub>
                        <m:r>
                          <a:rPr lang="en-US" b="0" i="1" dirty="0" smtClean="0">
                            <a:latin typeface="Cambria Math" panose="02040503050406030204" pitchFamily="18" charset="0"/>
                          </a:rPr>
                          <m:t>44</m:t>
                        </m:r>
                      </m:sub>
                    </m:sSub>
                  </m:oMath>
                </a14:m>
                <a:endParaRPr lang="en-US" dirty="0"/>
              </a:p>
              <a:p>
                <a:r>
                  <a:rPr lang="en-US" dirty="0" err="1"/>
                  <a:t>Maksimalni</a:t>
                </a:r>
                <a:r>
                  <a:rPr lang="en-US" dirty="0"/>
                  <a:t> </a:t>
                </a:r>
                <a:r>
                  <a:rPr lang="en-US" dirty="0" err="1"/>
                  <a:t>paralelizam</a:t>
                </a:r>
                <a:endParaRPr lang="en-US" dirty="0"/>
              </a:p>
              <a:p>
                <a:r>
                  <a:rPr lang="en-US" dirty="0" err="1"/>
                  <a:t>Zahteva</a:t>
                </a:r>
                <a:r>
                  <a:rPr lang="en-US" dirty="0"/>
                  <a:t> </a:t>
                </a:r>
                <a:r>
                  <a:rPr lang="en-US" dirty="0" err="1"/>
                  <a:t>mnogo</a:t>
                </a:r>
                <a:r>
                  <a:rPr lang="en-US" dirty="0"/>
                  <a:t> </a:t>
                </a:r>
                <a:r>
                  <a:rPr lang="en-US" dirty="0" err="1"/>
                  <a:t>komunikacije</a:t>
                </a:r>
                <a:endParaRPr lang="sr-Latn-RS" dirty="0"/>
              </a:p>
              <a:p>
                <a:endParaRPr lang="en-US" dirty="0"/>
              </a:p>
            </p:txBody>
          </p:sp>
        </mc:Choice>
        <mc:Fallback>
          <p:sp>
            <p:nvSpPr>
              <p:cNvPr id="3" name="Content Placeholder 2">
                <a:extLst>
                  <a:ext uri="{FF2B5EF4-FFF2-40B4-BE49-F238E27FC236}">
                    <a16:creationId xmlns:a16="http://schemas.microsoft.com/office/drawing/2014/main" id="{DAC80A5C-0856-F434-4261-D94DDFDA1371}"/>
                  </a:ext>
                </a:extLst>
              </p:cNvPr>
              <p:cNvSpPr>
                <a:spLocks noGrp="1" noRot="1" noChangeAspect="1" noMove="1" noResize="1" noEditPoints="1" noAdjustHandles="1" noChangeArrowheads="1" noChangeShapeType="1" noTextEdit="1"/>
              </p:cNvSpPr>
              <p:nvPr>
                <p:ph idx="1"/>
              </p:nvPr>
            </p:nvSpPr>
            <p:spPr>
              <a:blipFill>
                <a:blip r:embed="rId2"/>
                <a:stretch>
                  <a:fillRect t="-396"/>
                </a:stretch>
              </a:blipFill>
            </p:spPr>
            <p:txBody>
              <a:bodyPr/>
              <a:lstStyle/>
              <a:p>
                <a:r>
                  <a:rPr lang="en-US">
                    <a:noFill/>
                  </a:rPr>
                  <a:t> </a:t>
                </a:r>
              </a:p>
            </p:txBody>
          </p:sp>
        </mc:Fallback>
      </mc:AlternateContent>
    </p:spTree>
    <p:extLst>
      <p:ext uri="{BB962C8B-B14F-4D97-AF65-F5344CB8AC3E}">
        <p14:creationId xmlns:p14="http://schemas.microsoft.com/office/powerpoint/2010/main" val="4148226283"/>
      </p:ext>
    </p:extLst>
  </p:cSld>
  <p:clrMapOvr>
    <a:masterClrMapping/>
  </p:clrMapOvr>
  <p:transition>
    <p:pull dir="d"/>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BAE775-D020-E2E5-42C4-99269DC4FE40}"/>
              </a:ext>
            </a:extLst>
          </p:cNvPr>
          <p:cNvSpPr>
            <a:spLocks noGrp="1"/>
          </p:cNvSpPr>
          <p:nvPr>
            <p:ph type="title"/>
          </p:nvPr>
        </p:nvSpPr>
        <p:spPr/>
        <p:txBody>
          <a:bodyPr/>
          <a:lstStyle/>
          <a:p>
            <a:r>
              <a:rPr lang="en-US" dirty="0"/>
              <a:t>Korak 2: </a:t>
            </a:r>
            <a:r>
              <a:rPr lang="en-US" dirty="0" err="1"/>
              <a:t>komunikacija</a:t>
            </a:r>
            <a:endParaRPr lang="en-US" dirty="0"/>
          </a:p>
        </p:txBody>
      </p:sp>
      <p:sp>
        <p:nvSpPr>
          <p:cNvPr id="3" name="Content Placeholder 2">
            <a:extLst>
              <a:ext uri="{FF2B5EF4-FFF2-40B4-BE49-F238E27FC236}">
                <a16:creationId xmlns:a16="http://schemas.microsoft.com/office/drawing/2014/main" id="{C08AFD66-73EA-65C6-B249-BF56CE87F109}"/>
              </a:ext>
            </a:extLst>
          </p:cNvPr>
          <p:cNvSpPr>
            <a:spLocks noGrp="1"/>
          </p:cNvSpPr>
          <p:nvPr>
            <p:ph idx="1"/>
          </p:nvPr>
        </p:nvSpPr>
        <p:spPr/>
        <p:txBody>
          <a:bodyPr/>
          <a:lstStyle/>
          <a:p>
            <a:r>
              <a:rPr lang="en-US" dirty="0"/>
              <a:t>Sada </a:t>
            </a:r>
            <a:r>
              <a:rPr lang="en-US" dirty="0" err="1"/>
              <a:t>odredjujemo</a:t>
            </a:r>
            <a:r>
              <a:rPr lang="en-US" dirty="0"/>
              <a:t> koji </a:t>
            </a:r>
            <a:r>
              <a:rPr lang="en-US" dirty="0" err="1"/>
              <a:t>podaci</a:t>
            </a:r>
            <a:r>
              <a:rPr lang="en-US" dirty="0"/>
              <a:t> </a:t>
            </a:r>
            <a:r>
              <a:rPr lang="en-US" dirty="0" err="1"/>
              <a:t>su</a:t>
            </a:r>
            <a:r>
              <a:rPr lang="en-US" dirty="0"/>
              <a:t> </a:t>
            </a:r>
            <a:r>
              <a:rPr lang="en-US" dirty="0" err="1"/>
              <a:t>potrebni</a:t>
            </a:r>
            <a:r>
              <a:rPr lang="en-US" dirty="0"/>
              <a:t> </a:t>
            </a:r>
            <a:r>
              <a:rPr lang="en-US" dirty="0" err="1"/>
              <a:t>svakom</a:t>
            </a:r>
            <a:r>
              <a:rPr lang="en-US" dirty="0"/>
              <a:t> </a:t>
            </a:r>
            <a:r>
              <a:rPr lang="en-US" dirty="0" err="1"/>
              <a:t>primitivnom</a:t>
            </a:r>
            <a:r>
              <a:rPr lang="en-US" dirty="0"/>
              <a:t> </a:t>
            </a:r>
            <a:r>
              <a:rPr lang="en-US" dirty="0" err="1"/>
              <a:t>zadatku</a:t>
            </a:r>
            <a:endParaRPr lang="en-US" dirty="0"/>
          </a:p>
          <a:p>
            <a:r>
              <a:rPr lang="en-US" dirty="0"/>
              <a:t>Da bi i</a:t>
            </a:r>
            <a:r>
              <a:rPr lang="sr-Latn-RS" dirty="0"/>
              <a:t>zračunao jedan element c</a:t>
            </a:r>
            <a:r>
              <a:rPr lang="sr-Latn-RS" baseline="-25000" dirty="0"/>
              <a:t>ij</a:t>
            </a:r>
            <a:r>
              <a:rPr lang="sr-Latn-RS" dirty="0"/>
              <a:t>, jednom primitivnom zadatku treba</a:t>
            </a:r>
          </a:p>
          <a:p>
            <a:pPr lvl="1"/>
            <a:r>
              <a:rPr lang="sr-Latn-RS" dirty="0"/>
              <a:t>I</a:t>
            </a:r>
            <a:r>
              <a:rPr lang="en-US" dirty="0"/>
              <a:t>-ta</a:t>
            </a:r>
            <a:r>
              <a:rPr lang="sr-Latn-RS" dirty="0"/>
              <a:t> vrsta matrice A (n elemenata)</a:t>
            </a:r>
          </a:p>
          <a:p>
            <a:pPr lvl="1"/>
            <a:r>
              <a:rPr lang="sr-Latn-RS" dirty="0"/>
              <a:t>J</a:t>
            </a:r>
            <a:r>
              <a:rPr lang="en-US" dirty="0"/>
              <a:t>-ta</a:t>
            </a:r>
            <a:r>
              <a:rPr lang="sr-Latn-RS" dirty="0"/>
              <a:t> kolona matrice B (n elemenata)</a:t>
            </a:r>
          </a:p>
          <a:p>
            <a:r>
              <a:rPr lang="en-US" dirty="0" err="1"/>
              <a:t>Intenzivne</a:t>
            </a:r>
            <a:r>
              <a:rPr lang="en-US" dirty="0"/>
              <a:t> </a:t>
            </a:r>
            <a:r>
              <a:rPr lang="en-US" dirty="0" err="1"/>
              <a:t>komunikacije</a:t>
            </a:r>
            <a:endParaRPr lang="en-US" dirty="0"/>
          </a:p>
          <a:p>
            <a:r>
              <a:rPr lang="en-US" dirty="0" err="1"/>
              <a:t>Broj</a:t>
            </a:r>
            <a:r>
              <a:rPr lang="en-US" dirty="0"/>
              <a:t> </a:t>
            </a:r>
            <a:r>
              <a:rPr lang="en-US" dirty="0" err="1"/>
              <a:t>ra</a:t>
            </a:r>
            <a:r>
              <a:rPr lang="sr-Latn-RS" dirty="0"/>
              <a:t>čunanja po jednom primitivnom zadatku O(n)</a:t>
            </a:r>
            <a:endParaRPr lang="en-US" dirty="0"/>
          </a:p>
        </p:txBody>
      </p:sp>
    </p:spTree>
    <p:extLst>
      <p:ext uri="{BB962C8B-B14F-4D97-AF65-F5344CB8AC3E}">
        <p14:creationId xmlns:p14="http://schemas.microsoft.com/office/powerpoint/2010/main" val="2359192906"/>
      </p:ext>
    </p:extLst>
  </p:cSld>
  <p:clrMapOvr>
    <a:masterClrMapping/>
  </p:clrMapOvr>
  <p:transition>
    <p:pull dir="d"/>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40CA7-4B1B-5D7C-06E9-6C2809160A87}"/>
              </a:ext>
            </a:extLst>
          </p:cNvPr>
          <p:cNvSpPr>
            <a:spLocks noGrp="1"/>
          </p:cNvSpPr>
          <p:nvPr>
            <p:ph type="title"/>
          </p:nvPr>
        </p:nvSpPr>
        <p:spPr>
          <a:xfrm>
            <a:off x="0" y="0"/>
            <a:ext cx="9144000" cy="1323431"/>
          </a:xfrm>
        </p:spPr>
        <p:txBody>
          <a:bodyPr/>
          <a:lstStyle/>
          <a:p>
            <a:r>
              <a:rPr lang="sr-Latn-RS" dirty="0"/>
              <a:t>Aglomeracija: grupisanje primitivnih zadataka po vrstama</a:t>
            </a:r>
            <a:endParaRPr lang="en-US" dirty="0"/>
          </a:p>
        </p:txBody>
      </p:sp>
      <p:sp>
        <p:nvSpPr>
          <p:cNvPr id="3" name="Content Placeholder 2">
            <a:extLst>
              <a:ext uri="{FF2B5EF4-FFF2-40B4-BE49-F238E27FC236}">
                <a16:creationId xmlns:a16="http://schemas.microsoft.com/office/drawing/2014/main" id="{B97337FB-D83A-CFB1-9E58-D5A6588123FD}"/>
              </a:ext>
            </a:extLst>
          </p:cNvPr>
          <p:cNvSpPr>
            <a:spLocks noGrp="1"/>
          </p:cNvSpPr>
          <p:nvPr>
            <p:ph idx="1"/>
          </p:nvPr>
        </p:nvSpPr>
        <p:spPr>
          <a:xfrm>
            <a:off x="0" y="1323431"/>
            <a:ext cx="9144000" cy="5534569"/>
          </a:xfrm>
        </p:spPr>
        <p:txBody>
          <a:bodyPr/>
          <a:lstStyle/>
          <a:p>
            <a:r>
              <a:rPr lang="sr-Latn-RS" dirty="0"/>
              <a:t>Ako bi svakom primitivnom zadatku dodelili da računa jednu vrstu matrice C</a:t>
            </a:r>
          </a:p>
          <a:p>
            <a:pPr lvl="1"/>
            <a:r>
              <a:rPr lang="sr-Latn-RS" dirty="0"/>
              <a:t>Izračunavanja po primitivnom zadatku O(n</a:t>
            </a:r>
            <a:r>
              <a:rPr lang="sr-Latn-RS" baseline="30000" dirty="0"/>
              <a:t>2</a:t>
            </a:r>
            <a:r>
              <a:rPr lang="sr-Latn-RS" dirty="0"/>
              <a:t>)</a:t>
            </a:r>
          </a:p>
          <a:p>
            <a:pPr lvl="1"/>
            <a:r>
              <a:rPr lang="sr-Latn-RS" dirty="0"/>
              <a:t>Da bi se izračunala jedna vrsta matrice C, svakom primitivnom zadatku je potrebna cela matrica B</a:t>
            </a:r>
          </a:p>
          <a:p>
            <a:pPr lvl="2"/>
            <a:r>
              <a:rPr lang="sr-Latn-RS" dirty="0"/>
              <a:t>Komunikacije po primitivnom zadatku n×O(n</a:t>
            </a:r>
            <a:r>
              <a:rPr lang="sr-Latn-RS" baseline="30000" dirty="0"/>
              <a:t>2</a:t>
            </a:r>
            <a:r>
              <a:rPr lang="sr-Latn-RS" dirty="0"/>
              <a:t>)= O(n</a:t>
            </a:r>
            <a:r>
              <a:rPr lang="sr-Latn-RS" baseline="30000" dirty="0"/>
              <a:t>3</a:t>
            </a:r>
            <a:r>
              <a:rPr lang="sr-Latn-RS" dirty="0"/>
              <a:t>)</a:t>
            </a:r>
          </a:p>
          <a:p>
            <a:r>
              <a:rPr lang="sr-Latn-RS" dirty="0"/>
              <a:t>Intenzivne komunikacije</a:t>
            </a:r>
            <a:endParaRPr lang="en-US" dirty="0"/>
          </a:p>
        </p:txBody>
      </p:sp>
    </p:spTree>
    <p:extLst>
      <p:ext uri="{BB962C8B-B14F-4D97-AF65-F5344CB8AC3E}">
        <p14:creationId xmlns:p14="http://schemas.microsoft.com/office/powerpoint/2010/main" val="2175389404"/>
      </p:ext>
    </p:extLst>
  </p:cSld>
  <p:clrMapOvr>
    <a:masterClrMapping/>
  </p:clrMapOvr>
  <p:transition>
    <p:pull dir="d"/>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8D942B-2FCF-3575-3BCE-F82DAB7DC972}"/>
              </a:ext>
            </a:extLst>
          </p:cNvPr>
          <p:cNvSpPr>
            <a:spLocks noGrp="1"/>
          </p:cNvSpPr>
          <p:nvPr>
            <p:ph type="title"/>
          </p:nvPr>
        </p:nvSpPr>
        <p:spPr>
          <a:xfrm>
            <a:off x="0" y="0"/>
            <a:ext cx="9144000" cy="584767"/>
          </a:xfrm>
        </p:spPr>
        <p:txBody>
          <a:bodyPr/>
          <a:lstStyle/>
          <a:p>
            <a:r>
              <a:rPr lang="sr-Latn-RS" sz="3200" dirty="0"/>
              <a:t>Aglomeracija: grupisanje po blokovima </a:t>
            </a:r>
            <a:endParaRPr lang="en-US" sz="3200"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36FD0968-CC5D-1588-3154-5DF0FE07D167}"/>
                  </a:ext>
                </a:extLst>
              </p:cNvPr>
              <p:cNvSpPr>
                <a:spLocks noGrp="1"/>
              </p:cNvSpPr>
              <p:nvPr>
                <p:ph idx="1"/>
              </p:nvPr>
            </p:nvSpPr>
            <p:spPr>
              <a:xfrm>
                <a:off x="0" y="584767"/>
                <a:ext cx="9144000" cy="6273233"/>
              </a:xfrm>
            </p:spPr>
            <p:txBody>
              <a:bodyPr>
                <a:normAutofit fontScale="92500" lnSpcReduction="10000"/>
              </a:bodyPr>
              <a:lstStyle/>
              <a:p>
                <a:r>
                  <a:rPr lang="sr-Latn-RS" dirty="0"/>
                  <a:t>Grupišemo primitivne zadatke u blokove</a:t>
                </a:r>
              </a:p>
              <a:p>
                <a:r>
                  <a:rPr lang="sr-Latn-RS" dirty="0"/>
                  <a:t>Ekvivalentno kao da izvršimo dekompoziciju na blokove dimenzija b×b</a:t>
                </a:r>
              </a:p>
              <a:p>
                <a:r>
                  <a:rPr lang="sr-Latn-RS" dirty="0"/>
                  <a:t>C=</a:t>
                </a:r>
                <a14:m>
                  <m:oMath xmlns:m="http://schemas.openxmlformats.org/officeDocument/2006/math">
                    <m:d>
                      <m:dPr>
                        <m:begChr m:val="["/>
                        <m:endChr m:val="]"/>
                        <m:ctrlPr>
                          <a:rPr lang="sr-Latn-RS" i="1" smtClean="0">
                            <a:latin typeface="Cambria Math" panose="02040503050406030204" pitchFamily="18" charset="0"/>
                          </a:rPr>
                        </m:ctrlPr>
                      </m:dPr>
                      <m:e>
                        <m:m>
                          <m:mPr>
                            <m:mcs>
                              <m:mc>
                                <m:mcPr>
                                  <m:count m:val="2"/>
                                  <m:mcJc m:val="center"/>
                                </m:mcPr>
                              </m:mc>
                            </m:mcs>
                            <m:ctrlPr>
                              <a:rPr lang="sr-Latn-RS" i="1" smtClean="0">
                                <a:latin typeface="Cambria Math" panose="02040503050406030204" pitchFamily="18" charset="0"/>
                              </a:rPr>
                            </m:ctrlPr>
                          </m:mPr>
                          <m:mr>
                            <m:e>
                              <m:sSub>
                                <m:sSubPr>
                                  <m:ctrlPr>
                                    <a:rPr lang="sr-Latn-RS" b="0" i="1" smtClean="0">
                                      <a:latin typeface="Cambria Math" panose="02040503050406030204" pitchFamily="18" charset="0"/>
                                    </a:rPr>
                                  </m:ctrlPr>
                                </m:sSubPr>
                                <m:e>
                                  <m:r>
                                    <m:rPr>
                                      <m:sty m:val="p"/>
                                    </m:rPr>
                                    <a:rPr lang="sr-Latn-RS" b="0" i="1" smtClean="0">
                                      <a:latin typeface="Cambria Math" panose="02040503050406030204" pitchFamily="18" charset="0"/>
                                    </a:rPr>
                                    <m:t>C</m:t>
                                  </m:r>
                                </m:e>
                                <m:sub>
                                  <m:r>
                                    <a:rPr lang="sr-Latn-RS" b="0" i="1" smtClean="0">
                                      <a:latin typeface="Cambria Math" panose="02040503050406030204" pitchFamily="18" charset="0"/>
                                    </a:rPr>
                                    <m:t>11</m:t>
                                  </m:r>
                                </m:sub>
                              </m:sSub>
                            </m:e>
                            <m:e>
                              <m:sSub>
                                <m:sSubPr>
                                  <m:ctrlPr>
                                    <a:rPr lang="sr-Latn-RS" i="1" smtClean="0">
                                      <a:latin typeface="Cambria Math" panose="02040503050406030204" pitchFamily="18" charset="0"/>
                                    </a:rPr>
                                  </m:ctrlPr>
                                </m:sSubPr>
                                <m:e>
                                  <m:r>
                                    <m:rPr>
                                      <m:sty m:val="p"/>
                                    </m:rPr>
                                    <a:rPr lang="sr-Latn-RS" b="0" i="1" smtClean="0">
                                      <a:latin typeface="Cambria Math" panose="02040503050406030204" pitchFamily="18" charset="0"/>
                                    </a:rPr>
                                    <m:t>C</m:t>
                                  </m:r>
                                </m:e>
                                <m:sub>
                                  <m:r>
                                    <a:rPr lang="sr-Latn-RS" b="0" i="1" smtClean="0">
                                      <a:latin typeface="Cambria Math" panose="02040503050406030204" pitchFamily="18" charset="0"/>
                                    </a:rPr>
                                    <m:t>12</m:t>
                                  </m:r>
                                </m:sub>
                              </m:sSub>
                            </m:e>
                          </m:mr>
                          <m:mr>
                            <m:e>
                              <m:sSub>
                                <m:sSubPr>
                                  <m:ctrlPr>
                                    <a:rPr lang="sr-Latn-RS" i="1" smtClean="0">
                                      <a:latin typeface="Cambria Math" panose="02040503050406030204" pitchFamily="18" charset="0"/>
                                    </a:rPr>
                                  </m:ctrlPr>
                                </m:sSubPr>
                                <m:e>
                                  <m:r>
                                    <m:rPr>
                                      <m:sty m:val="p"/>
                                    </m:rPr>
                                    <a:rPr lang="sr-Latn-RS" b="0" i="1" smtClean="0">
                                      <a:latin typeface="Cambria Math" panose="02040503050406030204" pitchFamily="18" charset="0"/>
                                    </a:rPr>
                                    <m:t>C</m:t>
                                  </m:r>
                                </m:e>
                                <m:sub>
                                  <m:r>
                                    <a:rPr lang="sr-Latn-RS" b="0" i="1" smtClean="0">
                                      <a:latin typeface="Cambria Math" panose="02040503050406030204" pitchFamily="18" charset="0"/>
                                    </a:rPr>
                                    <m:t>21</m:t>
                                  </m:r>
                                </m:sub>
                              </m:sSub>
                            </m:e>
                            <m:e>
                              <m:sSub>
                                <m:sSubPr>
                                  <m:ctrlPr>
                                    <a:rPr lang="sr-Latn-RS" i="1" smtClean="0">
                                      <a:latin typeface="Cambria Math" panose="02040503050406030204" pitchFamily="18" charset="0"/>
                                    </a:rPr>
                                  </m:ctrlPr>
                                </m:sSubPr>
                                <m:e>
                                  <m:r>
                                    <m:rPr>
                                      <m:sty m:val="p"/>
                                    </m:rPr>
                                    <a:rPr lang="sr-Latn-RS" b="0" i="1" smtClean="0">
                                      <a:latin typeface="Cambria Math" panose="02040503050406030204" pitchFamily="18" charset="0"/>
                                    </a:rPr>
                                    <m:t>C</m:t>
                                  </m:r>
                                </m:e>
                                <m:sub>
                                  <m:r>
                                    <a:rPr lang="sr-Latn-RS" b="0" i="1" smtClean="0">
                                      <a:latin typeface="Cambria Math" panose="02040503050406030204" pitchFamily="18" charset="0"/>
                                    </a:rPr>
                                    <m:t>22</m:t>
                                  </m:r>
                                </m:sub>
                              </m:sSub>
                            </m:e>
                          </m:mr>
                        </m:m>
                      </m:e>
                    </m:d>
                  </m:oMath>
                </a14:m>
                <a:r>
                  <a:rPr lang="sr-Latn-RS" dirty="0"/>
                  <a:t>=</a:t>
                </a:r>
                <a14:m>
                  <m:oMath xmlns:m="http://schemas.openxmlformats.org/officeDocument/2006/math">
                    <m:d>
                      <m:dPr>
                        <m:begChr m:val="["/>
                        <m:endChr m:val="]"/>
                        <m:ctrlPr>
                          <a:rPr lang="sr-Latn-RS" i="1" dirty="0" smtClean="0">
                            <a:latin typeface="Cambria Math" panose="02040503050406030204" pitchFamily="18" charset="0"/>
                          </a:rPr>
                        </m:ctrlPr>
                      </m:dPr>
                      <m:e>
                        <m:m>
                          <m:mPr>
                            <m:mcs>
                              <m:mc>
                                <m:mcPr>
                                  <m:count m:val="2"/>
                                  <m:mcJc m:val="center"/>
                                </m:mcPr>
                              </m:mc>
                            </m:mcs>
                            <m:ctrlPr>
                              <a:rPr lang="sr-Latn-RS" i="1" dirty="0" smtClean="0">
                                <a:latin typeface="Cambria Math" panose="02040503050406030204" pitchFamily="18" charset="0"/>
                              </a:rPr>
                            </m:ctrlPr>
                          </m:mPr>
                          <m:mr>
                            <m:e>
                              <m:sSub>
                                <m:sSubPr>
                                  <m:ctrlPr>
                                    <a:rPr lang="sr-Latn-RS" i="1" dirty="0" smtClean="0">
                                      <a:latin typeface="Cambria Math" panose="02040503050406030204" pitchFamily="18" charset="0"/>
                                    </a:rPr>
                                  </m:ctrlPr>
                                </m:sSubPr>
                                <m:e>
                                  <m:r>
                                    <m:rPr>
                                      <m:sty m:val="p"/>
                                    </m:rPr>
                                    <a:rPr lang="sr-Latn-RS" b="0" i="1" dirty="0" smtClean="0">
                                      <a:latin typeface="Cambria Math" panose="02040503050406030204" pitchFamily="18" charset="0"/>
                                    </a:rPr>
                                    <m:t>A</m:t>
                                  </m:r>
                                </m:e>
                                <m:sub>
                                  <m:r>
                                    <a:rPr lang="sr-Latn-RS" b="0" i="1" dirty="0" smtClean="0">
                                      <a:latin typeface="Cambria Math" panose="02040503050406030204" pitchFamily="18" charset="0"/>
                                    </a:rPr>
                                    <m:t>11</m:t>
                                  </m:r>
                                </m:sub>
                              </m:sSub>
                            </m:e>
                            <m:e>
                              <m:sSub>
                                <m:sSubPr>
                                  <m:ctrlPr>
                                    <a:rPr lang="sr-Latn-RS" i="1" dirty="0" smtClean="0">
                                      <a:latin typeface="Cambria Math" panose="02040503050406030204" pitchFamily="18" charset="0"/>
                                    </a:rPr>
                                  </m:ctrlPr>
                                </m:sSubPr>
                                <m:e>
                                  <m:r>
                                    <m:rPr>
                                      <m:sty m:val="p"/>
                                    </m:rPr>
                                    <a:rPr lang="sr-Latn-RS" b="0" i="1" dirty="0" smtClean="0">
                                      <a:latin typeface="Cambria Math" panose="02040503050406030204" pitchFamily="18" charset="0"/>
                                    </a:rPr>
                                    <m:t>A</m:t>
                                  </m:r>
                                </m:e>
                                <m:sub>
                                  <m:r>
                                    <a:rPr lang="sr-Latn-RS" b="0" i="1" dirty="0" smtClean="0">
                                      <a:latin typeface="Cambria Math" panose="02040503050406030204" pitchFamily="18" charset="0"/>
                                    </a:rPr>
                                    <m:t>12</m:t>
                                  </m:r>
                                </m:sub>
                              </m:sSub>
                            </m:e>
                          </m:mr>
                          <m:mr>
                            <m:e>
                              <m:sSub>
                                <m:sSubPr>
                                  <m:ctrlPr>
                                    <a:rPr lang="sr-Latn-RS" i="1" dirty="0" smtClean="0">
                                      <a:latin typeface="Cambria Math" panose="02040503050406030204" pitchFamily="18" charset="0"/>
                                    </a:rPr>
                                  </m:ctrlPr>
                                </m:sSubPr>
                                <m:e>
                                  <m:r>
                                    <m:rPr>
                                      <m:sty m:val="p"/>
                                    </m:rPr>
                                    <a:rPr lang="sr-Latn-RS" b="0" i="1" dirty="0" smtClean="0">
                                      <a:latin typeface="Cambria Math" panose="02040503050406030204" pitchFamily="18" charset="0"/>
                                    </a:rPr>
                                    <m:t>A</m:t>
                                  </m:r>
                                </m:e>
                                <m:sub>
                                  <m:r>
                                    <a:rPr lang="sr-Latn-RS" b="0" i="1" dirty="0" smtClean="0">
                                      <a:latin typeface="Cambria Math" panose="02040503050406030204" pitchFamily="18" charset="0"/>
                                    </a:rPr>
                                    <m:t>21</m:t>
                                  </m:r>
                                </m:sub>
                              </m:sSub>
                            </m:e>
                            <m:e>
                              <m:sSub>
                                <m:sSubPr>
                                  <m:ctrlPr>
                                    <a:rPr lang="sr-Latn-RS" i="1" dirty="0" smtClean="0">
                                      <a:latin typeface="Cambria Math" panose="02040503050406030204" pitchFamily="18" charset="0"/>
                                    </a:rPr>
                                  </m:ctrlPr>
                                </m:sSubPr>
                                <m:e>
                                  <m:r>
                                    <m:rPr>
                                      <m:sty m:val="p"/>
                                    </m:rPr>
                                    <a:rPr lang="sr-Latn-RS" b="0" i="1" dirty="0" smtClean="0">
                                      <a:latin typeface="Cambria Math" panose="02040503050406030204" pitchFamily="18" charset="0"/>
                                    </a:rPr>
                                    <m:t>A</m:t>
                                  </m:r>
                                </m:e>
                                <m:sub>
                                  <m:r>
                                    <a:rPr lang="sr-Latn-RS" b="0" i="1" dirty="0" smtClean="0">
                                      <a:latin typeface="Cambria Math" panose="02040503050406030204" pitchFamily="18" charset="0"/>
                                    </a:rPr>
                                    <m:t>22</m:t>
                                  </m:r>
                                </m:sub>
                              </m:sSub>
                            </m:e>
                          </m:mr>
                        </m:m>
                      </m:e>
                    </m:d>
                  </m:oMath>
                </a14:m>
                <a:r>
                  <a:rPr lang="en-US" dirty="0"/>
                  <a:t>×</a:t>
                </a:r>
                <a:r>
                  <a:rPr lang="sr-Latn-RS" dirty="0"/>
                  <a:t> </a:t>
                </a:r>
                <a14:m>
                  <m:oMath xmlns:m="http://schemas.openxmlformats.org/officeDocument/2006/math">
                    <m:d>
                      <m:dPr>
                        <m:begChr m:val="["/>
                        <m:endChr m:val="]"/>
                        <m:ctrlPr>
                          <a:rPr lang="sr-Latn-RS" i="1" dirty="0">
                            <a:latin typeface="Cambria Math" panose="02040503050406030204" pitchFamily="18" charset="0"/>
                          </a:rPr>
                        </m:ctrlPr>
                      </m:dPr>
                      <m:e>
                        <m:m>
                          <m:mPr>
                            <m:mcs>
                              <m:mc>
                                <m:mcPr>
                                  <m:count m:val="2"/>
                                  <m:mcJc m:val="center"/>
                                </m:mcPr>
                              </m:mc>
                            </m:mcs>
                            <m:ctrlPr>
                              <a:rPr lang="sr-Latn-RS" i="1" dirty="0">
                                <a:latin typeface="Cambria Math" panose="02040503050406030204" pitchFamily="18" charset="0"/>
                              </a:rPr>
                            </m:ctrlPr>
                          </m:mPr>
                          <m:mr>
                            <m:e>
                              <m:sSub>
                                <m:sSubPr>
                                  <m:ctrlPr>
                                    <a:rPr lang="sr-Latn-RS" i="1" dirty="0">
                                      <a:latin typeface="Cambria Math" panose="02040503050406030204" pitchFamily="18" charset="0"/>
                                    </a:rPr>
                                  </m:ctrlPr>
                                </m:sSubPr>
                                <m:e>
                                  <m:r>
                                    <m:rPr>
                                      <m:sty m:val="p"/>
                                    </m:rPr>
                                    <a:rPr lang="sr-Latn-RS" b="0" i="1" dirty="0" smtClean="0">
                                      <a:latin typeface="Cambria Math" panose="02040503050406030204" pitchFamily="18" charset="0"/>
                                    </a:rPr>
                                    <m:t>B</m:t>
                                  </m:r>
                                </m:e>
                                <m:sub>
                                  <m:r>
                                    <a:rPr lang="sr-Latn-RS" i="1" dirty="0">
                                      <a:latin typeface="Cambria Math" panose="02040503050406030204" pitchFamily="18" charset="0"/>
                                    </a:rPr>
                                    <m:t>11</m:t>
                                  </m:r>
                                </m:sub>
                              </m:sSub>
                            </m:e>
                            <m:e>
                              <m:sSub>
                                <m:sSubPr>
                                  <m:ctrlPr>
                                    <a:rPr lang="sr-Latn-RS" i="1" dirty="0">
                                      <a:latin typeface="Cambria Math" panose="02040503050406030204" pitchFamily="18" charset="0"/>
                                    </a:rPr>
                                  </m:ctrlPr>
                                </m:sSubPr>
                                <m:e>
                                  <m:r>
                                    <m:rPr>
                                      <m:sty m:val="p"/>
                                    </m:rPr>
                                    <a:rPr lang="sr-Latn-RS" b="0" i="1" dirty="0" smtClean="0">
                                      <a:latin typeface="Cambria Math" panose="02040503050406030204" pitchFamily="18" charset="0"/>
                                    </a:rPr>
                                    <m:t>B</m:t>
                                  </m:r>
                                </m:e>
                                <m:sub>
                                  <m:r>
                                    <a:rPr lang="sr-Latn-RS" i="1" dirty="0">
                                      <a:latin typeface="Cambria Math" panose="02040503050406030204" pitchFamily="18" charset="0"/>
                                    </a:rPr>
                                    <m:t>12</m:t>
                                  </m:r>
                                </m:sub>
                              </m:sSub>
                            </m:e>
                          </m:mr>
                          <m:mr>
                            <m:e>
                              <m:sSub>
                                <m:sSubPr>
                                  <m:ctrlPr>
                                    <a:rPr lang="sr-Latn-RS" i="1" dirty="0">
                                      <a:latin typeface="Cambria Math" panose="02040503050406030204" pitchFamily="18" charset="0"/>
                                    </a:rPr>
                                  </m:ctrlPr>
                                </m:sSubPr>
                                <m:e>
                                  <m:r>
                                    <m:rPr>
                                      <m:sty m:val="p"/>
                                    </m:rPr>
                                    <a:rPr lang="sr-Latn-RS" b="0" i="1" dirty="0" smtClean="0">
                                      <a:latin typeface="Cambria Math" panose="02040503050406030204" pitchFamily="18" charset="0"/>
                                    </a:rPr>
                                    <m:t>B</m:t>
                                  </m:r>
                                </m:e>
                                <m:sub>
                                  <m:r>
                                    <a:rPr lang="sr-Latn-RS" i="1" dirty="0">
                                      <a:latin typeface="Cambria Math" panose="02040503050406030204" pitchFamily="18" charset="0"/>
                                    </a:rPr>
                                    <m:t>21</m:t>
                                  </m:r>
                                </m:sub>
                              </m:sSub>
                            </m:e>
                            <m:e>
                              <m:sSub>
                                <m:sSubPr>
                                  <m:ctrlPr>
                                    <a:rPr lang="sr-Latn-RS" i="1" dirty="0">
                                      <a:latin typeface="Cambria Math" panose="02040503050406030204" pitchFamily="18" charset="0"/>
                                    </a:rPr>
                                  </m:ctrlPr>
                                </m:sSubPr>
                                <m:e>
                                  <m:r>
                                    <m:rPr>
                                      <m:sty m:val="p"/>
                                    </m:rPr>
                                    <a:rPr lang="sr-Latn-RS" b="0" i="1" dirty="0" smtClean="0">
                                      <a:latin typeface="Cambria Math" panose="02040503050406030204" pitchFamily="18" charset="0"/>
                                    </a:rPr>
                                    <m:t>B</m:t>
                                  </m:r>
                                </m:e>
                                <m:sub>
                                  <m:r>
                                    <a:rPr lang="sr-Latn-RS" i="1" dirty="0">
                                      <a:latin typeface="Cambria Math" panose="02040503050406030204" pitchFamily="18" charset="0"/>
                                    </a:rPr>
                                    <m:t>22</m:t>
                                  </m:r>
                                </m:sub>
                              </m:sSub>
                            </m:e>
                          </m:mr>
                        </m:m>
                      </m:e>
                    </m:d>
                  </m:oMath>
                </a14:m>
                <a:endParaRPr lang="sr-Latn-RS" dirty="0"/>
              </a:p>
              <a:p>
                <a:endParaRPr lang="sr-Latn-RS" dirty="0"/>
              </a:p>
              <a:p>
                <a:r>
                  <a:rPr lang="sr-Latn-RS" dirty="0"/>
                  <a:t>Svaki primitivni zadatak računa jedan blok matrice C</a:t>
                </a:r>
              </a:p>
              <a:p>
                <a:r>
                  <a:rPr lang="sr-Latn-RS" dirty="0"/>
                  <a:t>Ako imamo p procesora povezanih u rešetku dimenzija </a:t>
                </a:r>
                <a14:m>
                  <m:oMath xmlns:m="http://schemas.openxmlformats.org/officeDocument/2006/math">
                    <m:rad>
                      <m:radPr>
                        <m:degHide m:val="on"/>
                        <m:ctrlPr>
                          <a:rPr lang="sr-Latn-RS" i="1" smtClean="0">
                            <a:latin typeface="Cambria Math" panose="02040503050406030204" pitchFamily="18" charset="0"/>
                          </a:rPr>
                        </m:ctrlPr>
                      </m:radPr>
                      <m:deg/>
                      <m:e>
                        <m:r>
                          <m:rPr>
                            <m:sty m:val="p"/>
                          </m:rPr>
                          <a:rPr lang="sr-Latn-RS" b="0" i="1" smtClean="0">
                            <a:latin typeface="Cambria Math" panose="02040503050406030204" pitchFamily="18" charset="0"/>
                          </a:rPr>
                          <m:t>p</m:t>
                        </m:r>
                      </m:e>
                    </m:rad>
                  </m:oMath>
                </a14:m>
                <a:r>
                  <a:rPr lang="en-US" dirty="0"/>
                  <a:t>×</a:t>
                </a:r>
                <a14:m>
                  <m:oMath xmlns:m="http://schemas.openxmlformats.org/officeDocument/2006/math">
                    <m:rad>
                      <m:radPr>
                        <m:degHide m:val="on"/>
                        <m:ctrlPr>
                          <a:rPr lang="en-US" i="1" dirty="0" smtClean="0">
                            <a:latin typeface="Cambria Math" panose="02040503050406030204" pitchFamily="18" charset="0"/>
                          </a:rPr>
                        </m:ctrlPr>
                      </m:radPr>
                      <m:deg/>
                      <m:e>
                        <m:r>
                          <m:rPr>
                            <m:sty m:val="p"/>
                          </m:rPr>
                          <a:rPr lang="sr-Latn-RS" b="0" i="1" dirty="0" smtClean="0">
                            <a:latin typeface="Cambria Math" panose="02040503050406030204" pitchFamily="18" charset="0"/>
                          </a:rPr>
                          <m:t>p</m:t>
                        </m:r>
                        <m:r>
                          <a:rPr lang="sr-Latn-RS" b="0" i="1" dirty="0" smtClean="0">
                            <a:latin typeface="Cambria Math" panose="02040503050406030204" pitchFamily="18" charset="0"/>
                          </a:rPr>
                          <m:t> </m:t>
                        </m:r>
                      </m:e>
                    </m:rad>
                    <m:r>
                      <a:rPr lang="sr-Latn-RS" b="0" i="1" dirty="0" smtClean="0">
                        <a:latin typeface="Cambria Math" panose="02040503050406030204" pitchFamily="18" charset="0"/>
                      </a:rPr>
                      <m:t> </m:t>
                    </m:r>
                  </m:oMath>
                </a14:m>
                <a:r>
                  <a:rPr lang="sr-Latn-RS" dirty="0"/>
                  <a:t>tada bi svaki procesor računao po jedan blok dimenzija </a:t>
                </a:r>
                <a14:m>
                  <m:oMath xmlns:m="http://schemas.openxmlformats.org/officeDocument/2006/math">
                    <m:f>
                      <m:fPr>
                        <m:ctrlPr>
                          <a:rPr lang="sr-Latn-RS" i="1" smtClean="0">
                            <a:latin typeface="Cambria Math" panose="02040503050406030204" pitchFamily="18" charset="0"/>
                          </a:rPr>
                        </m:ctrlPr>
                      </m:fPr>
                      <m:num>
                        <m:r>
                          <m:rPr>
                            <m:sty m:val="p"/>
                          </m:rPr>
                          <a:rPr lang="sr-Latn-RS" b="0" i="1" smtClean="0">
                            <a:latin typeface="Cambria Math" panose="02040503050406030204" pitchFamily="18" charset="0"/>
                          </a:rPr>
                          <m:t>n</m:t>
                        </m:r>
                      </m:num>
                      <m:den>
                        <m:rad>
                          <m:radPr>
                            <m:degHide m:val="on"/>
                            <m:ctrlPr>
                              <a:rPr lang="sr-Latn-RS" i="1" smtClean="0">
                                <a:latin typeface="Cambria Math" panose="02040503050406030204" pitchFamily="18" charset="0"/>
                              </a:rPr>
                            </m:ctrlPr>
                          </m:radPr>
                          <m:deg/>
                          <m:e>
                            <m:r>
                              <m:rPr>
                                <m:sty m:val="p"/>
                              </m:rPr>
                              <a:rPr lang="sr-Latn-RS" b="0" i="1" smtClean="0">
                                <a:latin typeface="Cambria Math" panose="02040503050406030204" pitchFamily="18" charset="0"/>
                              </a:rPr>
                              <m:t>p</m:t>
                            </m:r>
                          </m:e>
                        </m:rad>
                      </m:den>
                    </m:f>
                  </m:oMath>
                </a14:m>
                <a:r>
                  <a:rPr lang="en-US" dirty="0"/>
                  <a:t>×</a:t>
                </a:r>
                <a:r>
                  <a:rPr lang="sr-Latn-RS" dirty="0"/>
                  <a:t> </a:t>
                </a:r>
                <a14:m>
                  <m:oMath xmlns:m="http://schemas.openxmlformats.org/officeDocument/2006/math">
                    <m:f>
                      <m:fPr>
                        <m:ctrlPr>
                          <a:rPr lang="sr-Latn-RS" i="1">
                            <a:latin typeface="Cambria Math" panose="02040503050406030204" pitchFamily="18" charset="0"/>
                          </a:rPr>
                        </m:ctrlPr>
                      </m:fPr>
                      <m:num>
                        <m:r>
                          <m:rPr>
                            <m:sty m:val="p"/>
                          </m:rPr>
                          <a:rPr lang="sr-Latn-RS" i="1">
                            <a:latin typeface="Cambria Math" panose="02040503050406030204" pitchFamily="18" charset="0"/>
                          </a:rPr>
                          <m:t>n</m:t>
                        </m:r>
                      </m:num>
                      <m:den>
                        <m:rad>
                          <m:radPr>
                            <m:degHide m:val="on"/>
                            <m:ctrlPr>
                              <a:rPr lang="sr-Latn-RS" i="1">
                                <a:latin typeface="Cambria Math" panose="02040503050406030204" pitchFamily="18" charset="0"/>
                              </a:rPr>
                            </m:ctrlPr>
                          </m:radPr>
                          <m:deg/>
                          <m:e>
                            <m:r>
                              <m:rPr>
                                <m:sty m:val="p"/>
                              </m:rPr>
                              <a:rPr lang="sr-Latn-RS" i="1">
                                <a:latin typeface="Cambria Math" panose="02040503050406030204" pitchFamily="18" charset="0"/>
                              </a:rPr>
                              <m:t>p</m:t>
                            </m:r>
                          </m:e>
                        </m:rad>
                      </m:den>
                    </m:f>
                  </m:oMath>
                </a14:m>
                <a:r>
                  <a:rPr lang="sr-Latn-RS" dirty="0"/>
                  <a:t> </a:t>
                </a:r>
              </a:p>
              <a:p>
                <a:pPr lvl="1"/>
                <a:r>
                  <a:rPr lang="sr-Latn-RS" dirty="0"/>
                  <a:t>Da bi se izračunao jedan blok matrice C, potrebno je </a:t>
                </a:r>
                <a14:m>
                  <m:oMath xmlns:m="http://schemas.openxmlformats.org/officeDocument/2006/math">
                    <m:rad>
                      <m:radPr>
                        <m:degHide m:val="on"/>
                        <m:ctrlPr>
                          <a:rPr lang="sr-Latn-RS" i="1">
                            <a:latin typeface="Cambria Math" panose="02040503050406030204" pitchFamily="18" charset="0"/>
                          </a:rPr>
                        </m:ctrlPr>
                      </m:radPr>
                      <m:deg/>
                      <m:e>
                        <m:r>
                          <m:rPr>
                            <m:sty m:val="p"/>
                          </m:rPr>
                          <a:rPr lang="sr-Latn-RS" i="1">
                            <a:latin typeface="Cambria Math" panose="02040503050406030204" pitchFamily="18" charset="0"/>
                          </a:rPr>
                          <m:t>p</m:t>
                        </m:r>
                      </m:e>
                    </m:rad>
                    <m:r>
                      <a:rPr lang="sr-Latn-RS" b="0" i="1" smtClean="0">
                        <a:latin typeface="Cambria Math" panose="02040503050406030204" pitchFamily="18" charset="0"/>
                      </a:rPr>
                      <m:t> </m:t>
                    </m:r>
                  </m:oMath>
                </a14:m>
                <a:r>
                  <a:rPr lang="sr-Latn-RS" dirty="0"/>
                  <a:t> blok-vrsta matrice A i </a:t>
                </a:r>
                <a14:m>
                  <m:oMath xmlns:m="http://schemas.openxmlformats.org/officeDocument/2006/math">
                    <m:rad>
                      <m:radPr>
                        <m:degHide m:val="on"/>
                        <m:ctrlPr>
                          <a:rPr lang="sr-Latn-RS" i="1">
                            <a:latin typeface="Cambria Math" panose="02040503050406030204" pitchFamily="18" charset="0"/>
                          </a:rPr>
                        </m:ctrlPr>
                      </m:radPr>
                      <m:deg/>
                      <m:e>
                        <m:r>
                          <m:rPr>
                            <m:sty m:val="p"/>
                          </m:rPr>
                          <a:rPr lang="sr-Latn-RS" i="1">
                            <a:latin typeface="Cambria Math" panose="02040503050406030204" pitchFamily="18" charset="0"/>
                          </a:rPr>
                          <m:t>p</m:t>
                        </m:r>
                      </m:e>
                    </m:rad>
                  </m:oMath>
                </a14:m>
                <a:r>
                  <a:rPr lang="sr-Latn-RS" dirty="0"/>
                  <a:t> blok-kolona matrice B</a:t>
                </a:r>
              </a:p>
              <a:p>
                <a:pPr lvl="1"/>
                <a:r>
                  <a:rPr lang="sr-Latn-RS" dirty="0"/>
                  <a:t>Svaki procesor komunicira blok dimenzija  </a:t>
                </a:r>
                <a14:m>
                  <m:oMath xmlns:m="http://schemas.openxmlformats.org/officeDocument/2006/math">
                    <m:f>
                      <m:fPr>
                        <m:ctrlPr>
                          <a:rPr lang="sr-Latn-RS" i="1">
                            <a:latin typeface="Cambria Math" panose="02040503050406030204" pitchFamily="18" charset="0"/>
                          </a:rPr>
                        </m:ctrlPr>
                      </m:fPr>
                      <m:num>
                        <m:r>
                          <m:rPr>
                            <m:sty m:val="p"/>
                          </m:rPr>
                          <a:rPr lang="sr-Latn-RS" i="1">
                            <a:latin typeface="Cambria Math" panose="02040503050406030204" pitchFamily="18" charset="0"/>
                          </a:rPr>
                          <m:t>n</m:t>
                        </m:r>
                      </m:num>
                      <m:den>
                        <m:rad>
                          <m:radPr>
                            <m:degHide m:val="on"/>
                            <m:ctrlPr>
                              <a:rPr lang="sr-Latn-RS" i="1">
                                <a:latin typeface="Cambria Math" panose="02040503050406030204" pitchFamily="18" charset="0"/>
                              </a:rPr>
                            </m:ctrlPr>
                          </m:radPr>
                          <m:deg/>
                          <m:e>
                            <m:r>
                              <m:rPr>
                                <m:sty m:val="p"/>
                              </m:rPr>
                              <a:rPr lang="sr-Latn-RS" i="1">
                                <a:latin typeface="Cambria Math" panose="02040503050406030204" pitchFamily="18" charset="0"/>
                              </a:rPr>
                              <m:t>p</m:t>
                            </m:r>
                          </m:e>
                        </m:rad>
                      </m:den>
                    </m:f>
                  </m:oMath>
                </a14:m>
                <a:r>
                  <a:rPr lang="en-US" dirty="0"/>
                  <a:t>×</a:t>
                </a:r>
                <a:r>
                  <a:rPr lang="sr-Latn-RS" dirty="0"/>
                  <a:t> </a:t>
                </a:r>
                <a14:m>
                  <m:oMath xmlns:m="http://schemas.openxmlformats.org/officeDocument/2006/math">
                    <m:f>
                      <m:fPr>
                        <m:ctrlPr>
                          <a:rPr lang="sr-Latn-RS" i="1">
                            <a:latin typeface="Cambria Math" panose="02040503050406030204" pitchFamily="18" charset="0"/>
                          </a:rPr>
                        </m:ctrlPr>
                      </m:fPr>
                      <m:num>
                        <m:r>
                          <m:rPr>
                            <m:sty m:val="p"/>
                          </m:rPr>
                          <a:rPr lang="sr-Latn-RS" i="1">
                            <a:latin typeface="Cambria Math" panose="02040503050406030204" pitchFamily="18" charset="0"/>
                          </a:rPr>
                          <m:t>n</m:t>
                        </m:r>
                      </m:num>
                      <m:den>
                        <m:rad>
                          <m:radPr>
                            <m:degHide m:val="on"/>
                            <m:ctrlPr>
                              <a:rPr lang="sr-Latn-RS" i="1">
                                <a:latin typeface="Cambria Math" panose="02040503050406030204" pitchFamily="18" charset="0"/>
                              </a:rPr>
                            </m:ctrlPr>
                          </m:radPr>
                          <m:deg/>
                          <m:e>
                            <m:r>
                              <m:rPr>
                                <m:sty m:val="p"/>
                              </m:rPr>
                              <a:rPr lang="sr-Latn-RS" i="1">
                                <a:latin typeface="Cambria Math" panose="02040503050406030204" pitchFamily="18" charset="0"/>
                              </a:rPr>
                              <m:t>p</m:t>
                            </m:r>
                          </m:e>
                        </m:rad>
                      </m:den>
                    </m:f>
                  </m:oMath>
                </a14:m>
                <a:r>
                  <a:rPr lang="sr-Latn-RS" dirty="0"/>
                  <a:t> , preko </a:t>
                </a:r>
                <a14:m>
                  <m:oMath xmlns:m="http://schemas.openxmlformats.org/officeDocument/2006/math">
                    <m:rad>
                      <m:radPr>
                        <m:degHide m:val="on"/>
                        <m:ctrlPr>
                          <a:rPr lang="sr-Latn-RS" i="1">
                            <a:latin typeface="Cambria Math" panose="02040503050406030204" pitchFamily="18" charset="0"/>
                          </a:rPr>
                        </m:ctrlPr>
                      </m:radPr>
                      <m:deg/>
                      <m:e>
                        <m:r>
                          <m:rPr>
                            <m:sty m:val="p"/>
                          </m:rPr>
                          <a:rPr lang="sr-Latn-RS" i="1">
                            <a:latin typeface="Cambria Math" panose="02040503050406030204" pitchFamily="18" charset="0"/>
                          </a:rPr>
                          <m:t>p</m:t>
                        </m:r>
                      </m:e>
                    </m:rad>
                  </m:oMath>
                </a14:m>
                <a:endParaRPr lang="sr-Latn-RS" dirty="0"/>
              </a:p>
              <a:p>
                <a:pPr marL="457200" lvl="1" indent="0">
                  <a:buNone/>
                </a:pPr>
                <a:r>
                  <a:rPr lang="sr-Latn-RS" dirty="0"/>
                  <a:t>     procesora, pa je komunikacija po procesoru O(</a:t>
                </a:r>
                <a14:m>
                  <m:oMath xmlns:m="http://schemas.openxmlformats.org/officeDocument/2006/math">
                    <m:f>
                      <m:fPr>
                        <m:ctrlPr>
                          <a:rPr lang="sr-Latn-RS" i="1" smtClean="0">
                            <a:latin typeface="Cambria Math" panose="02040503050406030204" pitchFamily="18" charset="0"/>
                          </a:rPr>
                        </m:ctrlPr>
                      </m:fPr>
                      <m:num>
                        <m:sSup>
                          <m:sSupPr>
                            <m:ctrlPr>
                              <a:rPr lang="sr-Latn-RS" i="1" smtClean="0">
                                <a:latin typeface="Cambria Math" panose="02040503050406030204" pitchFamily="18" charset="0"/>
                              </a:rPr>
                            </m:ctrlPr>
                          </m:sSupPr>
                          <m:e>
                            <m:r>
                              <m:rPr>
                                <m:sty m:val="p"/>
                              </m:rPr>
                              <a:rPr lang="sr-Latn-RS" b="0" i="1" smtClean="0">
                                <a:latin typeface="Cambria Math" panose="02040503050406030204" pitchFamily="18" charset="0"/>
                              </a:rPr>
                              <m:t>n</m:t>
                            </m:r>
                          </m:e>
                          <m:sup>
                            <m:r>
                              <a:rPr lang="sr-Latn-RS" b="0" i="1" smtClean="0">
                                <a:latin typeface="Cambria Math" panose="02040503050406030204" pitchFamily="18" charset="0"/>
                              </a:rPr>
                              <m:t>2</m:t>
                            </m:r>
                          </m:sup>
                        </m:sSup>
                      </m:num>
                      <m:den>
                        <m:rad>
                          <m:radPr>
                            <m:degHide m:val="on"/>
                            <m:ctrlPr>
                              <a:rPr lang="sr-Latn-RS" i="1" smtClean="0">
                                <a:latin typeface="Cambria Math" panose="02040503050406030204" pitchFamily="18" charset="0"/>
                              </a:rPr>
                            </m:ctrlPr>
                          </m:radPr>
                          <m:deg/>
                          <m:e>
                            <m:r>
                              <m:rPr>
                                <m:sty m:val="p"/>
                              </m:rPr>
                              <a:rPr lang="sr-Latn-RS" b="0" i="1" smtClean="0">
                                <a:latin typeface="Cambria Math" panose="02040503050406030204" pitchFamily="18" charset="0"/>
                              </a:rPr>
                              <m:t>p</m:t>
                            </m:r>
                          </m:e>
                        </m:rad>
                      </m:den>
                    </m:f>
                  </m:oMath>
                </a14:m>
                <a:r>
                  <a:rPr lang="sr-Latn-RS" dirty="0"/>
                  <a:t>)</a:t>
                </a:r>
              </a:p>
              <a:p>
                <a:pPr marL="457200" lvl="1" indent="0">
                  <a:buNone/>
                </a:pPr>
                <a:endParaRPr lang="sr-Latn-RS" dirty="0"/>
              </a:p>
              <a:p>
                <a:pPr lvl="1"/>
                <a:endParaRPr lang="en-US" dirty="0"/>
              </a:p>
            </p:txBody>
          </p:sp>
        </mc:Choice>
        <mc:Fallback>
          <p:sp>
            <p:nvSpPr>
              <p:cNvPr id="3" name="Content Placeholder 2">
                <a:extLst>
                  <a:ext uri="{FF2B5EF4-FFF2-40B4-BE49-F238E27FC236}">
                    <a16:creationId xmlns:a16="http://schemas.microsoft.com/office/drawing/2014/main" id="{36FD0968-CC5D-1588-3154-5DF0FE07D167}"/>
                  </a:ext>
                </a:extLst>
              </p:cNvPr>
              <p:cNvSpPr>
                <a:spLocks noGrp="1" noRot="1" noChangeAspect="1" noMove="1" noResize="1" noEditPoints="1" noAdjustHandles="1" noChangeArrowheads="1" noChangeShapeType="1" noTextEdit="1"/>
              </p:cNvSpPr>
              <p:nvPr>
                <p:ph idx="1"/>
              </p:nvPr>
            </p:nvSpPr>
            <p:spPr>
              <a:xfrm>
                <a:off x="0" y="584767"/>
                <a:ext cx="9144000" cy="6273233"/>
              </a:xfrm>
              <a:blipFill>
                <a:blip r:embed="rId2"/>
                <a:stretch>
                  <a:fillRect t="-194"/>
                </a:stretch>
              </a:blipFill>
            </p:spPr>
            <p:txBody>
              <a:bodyPr/>
              <a:lstStyle/>
              <a:p>
                <a:r>
                  <a:rPr lang="en-US">
                    <a:noFill/>
                  </a:rPr>
                  <a:t> </a:t>
                </a:r>
              </a:p>
            </p:txBody>
          </p:sp>
        </mc:Fallback>
      </mc:AlternateContent>
    </p:spTree>
    <p:extLst>
      <p:ext uri="{BB962C8B-B14F-4D97-AF65-F5344CB8AC3E}">
        <p14:creationId xmlns:p14="http://schemas.microsoft.com/office/powerpoint/2010/main" val="2195405796"/>
      </p:ext>
    </p:extLst>
  </p:cSld>
  <p:clrMapOvr>
    <a:masterClrMapping/>
  </p:clrMapOvr>
  <p:transition>
    <p:pull dir="d"/>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FA5DAD-3D2B-6EEC-F6C3-330E5623380A}"/>
              </a:ext>
            </a:extLst>
          </p:cNvPr>
          <p:cNvSpPr>
            <a:spLocks noGrp="1"/>
          </p:cNvSpPr>
          <p:nvPr>
            <p:ph type="title"/>
          </p:nvPr>
        </p:nvSpPr>
        <p:spPr>
          <a:xfrm>
            <a:off x="0" y="0"/>
            <a:ext cx="9144000" cy="701675"/>
          </a:xfrm>
        </p:spPr>
        <p:txBody>
          <a:bodyPr/>
          <a:lstStyle/>
          <a:p>
            <a:r>
              <a:rPr lang="sr-Latn-RS" dirty="0"/>
              <a:t>Preslikavanje </a:t>
            </a:r>
            <a:endParaRPr lang="en-US"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823B7CD-779E-216C-B7E7-33A3504DA267}"/>
                  </a:ext>
                </a:extLst>
              </p:cNvPr>
              <p:cNvSpPr>
                <a:spLocks noGrp="1"/>
              </p:cNvSpPr>
              <p:nvPr>
                <p:ph idx="1"/>
              </p:nvPr>
            </p:nvSpPr>
            <p:spPr>
              <a:xfrm>
                <a:off x="0" y="708025"/>
                <a:ext cx="9144000" cy="6149975"/>
              </a:xfrm>
            </p:spPr>
            <p:txBody>
              <a:bodyPr/>
              <a:lstStyle/>
              <a:p>
                <a:r>
                  <a:rPr lang="sr-Latn-RS" dirty="0"/>
                  <a:t>Svaki blok dodelimo jednom procesoru</a:t>
                </a:r>
              </a:p>
              <a:p>
                <a:r>
                  <a:rPr lang="sr-Latn-RS" dirty="0"/>
                  <a:t>Izračunavanja po procesoru: </a:t>
                </a:r>
                <a14:m>
                  <m:oMath xmlns:m="http://schemas.openxmlformats.org/officeDocument/2006/math">
                    <m:r>
                      <a:rPr lang="sr-Latn-RS" smtClean="0">
                        <a:latin typeface="Cambria Math" panose="02040503050406030204" pitchFamily="18" charset="0"/>
                      </a:rPr>
                      <m:t>𝑂</m:t>
                    </m:r>
                    <m:d>
                      <m:dPr>
                        <m:ctrlPr>
                          <a:rPr lang="sr-Latn-RS" i="1" smtClean="0">
                            <a:latin typeface="Cambria Math" panose="02040503050406030204" pitchFamily="18" charset="0"/>
                          </a:rPr>
                        </m:ctrlPr>
                      </m:dPr>
                      <m:e>
                        <m:f>
                          <m:fPr>
                            <m:ctrlPr>
                              <a:rPr lang="sr-Latn-RS" i="1" smtClean="0">
                                <a:latin typeface="Cambria Math" panose="02040503050406030204" pitchFamily="18" charset="0"/>
                              </a:rPr>
                            </m:ctrlPr>
                          </m:fPr>
                          <m:num>
                            <m:sSup>
                              <m:sSupPr>
                                <m:ctrlPr>
                                  <a:rPr lang="sr-Latn-RS" i="1" smtClean="0">
                                    <a:latin typeface="Cambria Math" panose="02040503050406030204" pitchFamily="18" charset="0"/>
                                  </a:rPr>
                                </m:ctrlPr>
                              </m:sSupPr>
                              <m:e>
                                <m:r>
                                  <a:rPr lang="sr-Latn-RS" smtClean="0">
                                    <a:latin typeface="Cambria Math" panose="02040503050406030204" pitchFamily="18" charset="0"/>
                                  </a:rPr>
                                  <m:t>𝑛</m:t>
                                </m:r>
                              </m:e>
                              <m:sup>
                                <m:r>
                                  <a:rPr lang="sr-Latn-RS" smtClean="0">
                                    <a:latin typeface="Cambria Math" panose="02040503050406030204" pitchFamily="18" charset="0"/>
                                  </a:rPr>
                                  <m:t>3</m:t>
                                </m:r>
                              </m:sup>
                            </m:sSup>
                          </m:num>
                          <m:den>
                            <m:r>
                              <a:rPr lang="sr-Latn-RS" smtClean="0">
                                <a:latin typeface="Cambria Math" panose="02040503050406030204" pitchFamily="18" charset="0"/>
                              </a:rPr>
                              <m:t>𝑝</m:t>
                            </m:r>
                          </m:den>
                        </m:f>
                      </m:e>
                    </m:d>
                  </m:oMath>
                </a14:m>
                <a:endParaRPr lang="sr-Latn-RS" dirty="0"/>
              </a:p>
              <a:p>
                <a:r>
                  <a:rPr lang="sr-Latn-RS" dirty="0"/>
                  <a:t>Komunikacije: </a:t>
                </a:r>
                <a:r>
                  <a:rPr lang="sr-Latn-RS" noProof="0" dirty="0"/>
                  <a:t> O(</a:t>
                </a:r>
                <a14:m>
                  <m:oMath xmlns:m="http://schemas.openxmlformats.org/officeDocument/2006/math">
                    <m:f>
                      <m:fPr>
                        <m:ctrlPr>
                          <a:rPr lang="sr-Latn-RS" i="1" noProof="0" smtClean="0">
                            <a:latin typeface="Cambria Math" panose="02040503050406030204" pitchFamily="18" charset="0"/>
                          </a:rPr>
                        </m:ctrlPr>
                      </m:fPr>
                      <m:num>
                        <m:sSup>
                          <m:sSupPr>
                            <m:ctrlPr>
                              <a:rPr lang="sr-Latn-RS" i="1" noProof="0" smtClean="0">
                                <a:latin typeface="Cambria Math" panose="02040503050406030204" pitchFamily="18" charset="0"/>
                              </a:rPr>
                            </m:ctrlPr>
                          </m:sSupPr>
                          <m:e>
                            <m:r>
                              <m:rPr>
                                <m:sty m:val="p"/>
                              </m:rPr>
                              <a:rPr lang="sr-Latn-RS" noProof="0" smtClean="0">
                                <a:latin typeface="Cambria Math" panose="02040503050406030204" pitchFamily="18" charset="0"/>
                              </a:rPr>
                              <m:t>n</m:t>
                            </m:r>
                          </m:e>
                          <m:sup>
                            <m:r>
                              <a:rPr lang="sr-Latn-RS" noProof="0" smtClean="0">
                                <a:latin typeface="Cambria Math" panose="02040503050406030204" pitchFamily="18" charset="0"/>
                              </a:rPr>
                              <m:t>2</m:t>
                            </m:r>
                          </m:sup>
                        </m:sSup>
                      </m:num>
                      <m:den>
                        <m:rad>
                          <m:radPr>
                            <m:degHide m:val="on"/>
                            <m:ctrlPr>
                              <a:rPr lang="sr-Latn-RS" i="1" noProof="0" smtClean="0">
                                <a:latin typeface="Cambria Math" panose="02040503050406030204" pitchFamily="18" charset="0"/>
                              </a:rPr>
                            </m:ctrlPr>
                          </m:radPr>
                          <m:deg/>
                          <m:e>
                            <m:r>
                              <m:rPr>
                                <m:sty m:val="p"/>
                              </m:rPr>
                              <a:rPr lang="sr-Latn-RS" noProof="0" smtClean="0">
                                <a:latin typeface="Cambria Math" panose="02040503050406030204" pitchFamily="18" charset="0"/>
                              </a:rPr>
                              <m:t>p</m:t>
                            </m:r>
                          </m:e>
                        </m:rad>
                      </m:den>
                    </m:f>
                  </m:oMath>
                </a14:m>
                <a:r>
                  <a:rPr lang="sr-Latn-RS" noProof="0" dirty="0"/>
                  <a:t>)</a:t>
                </a:r>
              </a:p>
              <a:p>
                <a:r>
                  <a:rPr lang="sr-Latn-RS" dirty="0"/>
                  <a:t>Zaključujemo:</a:t>
                </a:r>
              </a:p>
              <a:p>
                <a:pPr lvl="1"/>
                <a:r>
                  <a:rPr lang="sr-Latn-RS" noProof="0" dirty="0"/>
                  <a:t>Sa porastom broja procesora p, vreme izračunavanja se smanjuje</a:t>
                </a:r>
              </a:p>
              <a:p>
                <a:pPr lvl="1"/>
                <a:r>
                  <a:rPr lang="sr-Latn-RS" dirty="0"/>
                  <a:t>Komunikacije se smanjuju, ali sporije</a:t>
                </a:r>
              </a:p>
              <a:p>
                <a:pPr lvl="1"/>
                <a:r>
                  <a:rPr lang="sr-Latn-RS" noProof="0" dirty="0"/>
                  <a:t>Potrebno je da </a:t>
                </a:r>
                <a14:m>
                  <m:oMath xmlns:m="http://schemas.openxmlformats.org/officeDocument/2006/math">
                    <m:r>
                      <a:rPr lang="sr-Latn-RS">
                        <a:latin typeface="Cambria Math" panose="02040503050406030204" pitchFamily="18" charset="0"/>
                      </a:rPr>
                      <m:t>𝑂</m:t>
                    </m:r>
                    <m:d>
                      <m:dPr>
                        <m:ctrlPr>
                          <a:rPr lang="sr-Latn-RS" i="1">
                            <a:latin typeface="Cambria Math" panose="02040503050406030204" pitchFamily="18" charset="0"/>
                          </a:rPr>
                        </m:ctrlPr>
                      </m:dPr>
                      <m:e>
                        <m:f>
                          <m:fPr>
                            <m:ctrlPr>
                              <a:rPr lang="sr-Latn-RS" i="1">
                                <a:latin typeface="Cambria Math" panose="02040503050406030204" pitchFamily="18" charset="0"/>
                              </a:rPr>
                            </m:ctrlPr>
                          </m:fPr>
                          <m:num>
                            <m:sSup>
                              <m:sSupPr>
                                <m:ctrlPr>
                                  <a:rPr lang="sr-Latn-RS" i="1">
                                    <a:latin typeface="Cambria Math" panose="02040503050406030204" pitchFamily="18" charset="0"/>
                                  </a:rPr>
                                </m:ctrlPr>
                              </m:sSupPr>
                              <m:e>
                                <m:r>
                                  <a:rPr lang="sr-Latn-RS">
                                    <a:latin typeface="Cambria Math" panose="02040503050406030204" pitchFamily="18" charset="0"/>
                                  </a:rPr>
                                  <m:t>𝑛</m:t>
                                </m:r>
                              </m:e>
                              <m:sup>
                                <m:r>
                                  <a:rPr lang="sr-Latn-RS">
                                    <a:latin typeface="Cambria Math" panose="02040503050406030204" pitchFamily="18" charset="0"/>
                                  </a:rPr>
                                  <m:t>3</m:t>
                                </m:r>
                              </m:sup>
                            </m:sSup>
                          </m:num>
                          <m:den>
                            <m:r>
                              <a:rPr lang="sr-Latn-RS">
                                <a:latin typeface="Cambria Math" panose="02040503050406030204" pitchFamily="18" charset="0"/>
                              </a:rPr>
                              <m:t>𝑝</m:t>
                            </m:r>
                          </m:den>
                        </m:f>
                      </m:e>
                    </m:d>
                  </m:oMath>
                </a14:m>
                <a:r>
                  <a:rPr lang="sr-Latn-RS" noProof="0" dirty="0"/>
                  <a:t> </a:t>
                </a:r>
                <a:r>
                  <a:rPr lang="en-US" noProof="0" dirty="0"/>
                  <a:t>&gt;</a:t>
                </a:r>
                <a:r>
                  <a:rPr lang="sr-Latn-RS" dirty="0"/>
                  <a:t> O(</a:t>
                </a:r>
                <a14:m>
                  <m:oMath xmlns:m="http://schemas.openxmlformats.org/officeDocument/2006/math">
                    <m:f>
                      <m:fPr>
                        <m:ctrlPr>
                          <a:rPr lang="sr-Latn-RS" i="1">
                            <a:latin typeface="Cambria Math" panose="02040503050406030204" pitchFamily="18" charset="0"/>
                          </a:rPr>
                        </m:ctrlPr>
                      </m:fPr>
                      <m:num>
                        <m:sSup>
                          <m:sSupPr>
                            <m:ctrlPr>
                              <a:rPr lang="sr-Latn-RS" i="1">
                                <a:latin typeface="Cambria Math" panose="02040503050406030204" pitchFamily="18" charset="0"/>
                              </a:rPr>
                            </m:ctrlPr>
                          </m:sSupPr>
                          <m:e>
                            <m:r>
                              <m:rPr>
                                <m:sty m:val="p"/>
                              </m:rPr>
                              <a:rPr lang="sr-Latn-RS">
                                <a:latin typeface="Cambria Math" panose="02040503050406030204" pitchFamily="18" charset="0"/>
                              </a:rPr>
                              <m:t>n</m:t>
                            </m:r>
                          </m:e>
                          <m:sup>
                            <m:r>
                              <a:rPr lang="sr-Latn-RS">
                                <a:latin typeface="Cambria Math" panose="02040503050406030204" pitchFamily="18" charset="0"/>
                              </a:rPr>
                              <m:t>2</m:t>
                            </m:r>
                          </m:sup>
                        </m:sSup>
                      </m:num>
                      <m:den>
                        <m:rad>
                          <m:radPr>
                            <m:degHide m:val="on"/>
                            <m:ctrlPr>
                              <a:rPr lang="sr-Latn-RS" i="1">
                                <a:latin typeface="Cambria Math" panose="02040503050406030204" pitchFamily="18" charset="0"/>
                              </a:rPr>
                            </m:ctrlPr>
                          </m:radPr>
                          <m:deg/>
                          <m:e>
                            <m:r>
                              <m:rPr>
                                <m:sty m:val="p"/>
                              </m:rPr>
                              <a:rPr lang="sr-Latn-RS">
                                <a:latin typeface="Cambria Math" panose="02040503050406030204" pitchFamily="18" charset="0"/>
                              </a:rPr>
                              <m:t>p</m:t>
                            </m:r>
                          </m:e>
                        </m:rad>
                      </m:den>
                    </m:f>
                  </m:oMath>
                </a14:m>
                <a:r>
                  <a:rPr lang="sr-Latn-RS" dirty="0"/>
                  <a:t>)</a:t>
                </a:r>
                <a:endParaRPr lang="en-US" dirty="0"/>
              </a:p>
              <a:p>
                <a:pPr lvl="1"/>
                <a:r>
                  <a:rPr lang="en-US" noProof="0" dirty="0"/>
                  <a:t>Da bi </a:t>
                </a:r>
                <a:r>
                  <a:rPr lang="en-US" noProof="0" dirty="0" err="1"/>
                  <a:t>sistem</a:t>
                </a:r>
                <a:r>
                  <a:rPr lang="en-US" noProof="0" dirty="0"/>
                  <a:t> bio </a:t>
                </a:r>
                <a:r>
                  <a:rPr lang="en-US" noProof="0" dirty="0" err="1"/>
                  <a:t>skalabilan</a:t>
                </a:r>
                <a:r>
                  <a:rPr lang="en-US" noProof="0" dirty="0"/>
                  <a:t> </a:t>
                </a:r>
                <a:r>
                  <a:rPr lang="en-US" noProof="0" dirty="0" err="1"/>
                  <a:t>potrebno</a:t>
                </a:r>
                <a:r>
                  <a:rPr lang="en-US" noProof="0" dirty="0"/>
                  <a:t> je da </a:t>
                </a:r>
                <a:r>
                  <a:rPr lang="en-US" noProof="0" dirty="0" err="1"/>
                  <a:t>obim</a:t>
                </a:r>
                <a:r>
                  <a:rPr lang="en-US" noProof="0" dirty="0"/>
                  <a:t> </a:t>
                </a:r>
                <a:r>
                  <a:rPr lang="en-US" noProof="0" dirty="0" err="1"/>
                  <a:t>problema</a:t>
                </a:r>
                <a:r>
                  <a:rPr lang="en-US" noProof="0" dirty="0"/>
                  <a:t> </a:t>
                </a:r>
                <a:r>
                  <a:rPr lang="en-US" noProof="0" dirty="0" err="1"/>
                  <a:t>raste</a:t>
                </a:r>
                <a:r>
                  <a:rPr lang="en-US" noProof="0" dirty="0"/>
                  <a:t> </a:t>
                </a:r>
                <a:r>
                  <a:rPr lang="en-US" noProof="0" dirty="0" err="1"/>
                  <a:t>kao</a:t>
                </a:r>
                <a:r>
                  <a:rPr lang="en-US" noProof="0" dirty="0"/>
                  <a:t> </a:t>
                </a:r>
                <a14:m>
                  <m:oMath xmlns:m="http://schemas.openxmlformats.org/officeDocument/2006/math">
                    <m:r>
                      <a:rPr lang="en-US" noProof="0" smtClean="0">
                        <a:latin typeface="Cambria Math" panose="02040503050406030204" pitchFamily="18" charset="0"/>
                      </a:rPr>
                      <m:t>𝑛</m:t>
                    </m:r>
                    <m:r>
                      <a:rPr lang="en-US" noProof="0" smtClean="0">
                        <a:latin typeface="Cambria Math" panose="02040503050406030204" pitchFamily="18" charset="0"/>
                      </a:rPr>
                      <m:t>=</m:t>
                    </m:r>
                    <m:rad>
                      <m:radPr>
                        <m:degHide m:val="on"/>
                        <m:ctrlPr>
                          <a:rPr lang="en-US" i="1" noProof="0" smtClean="0">
                            <a:latin typeface="Cambria Math" panose="02040503050406030204" pitchFamily="18" charset="0"/>
                          </a:rPr>
                        </m:ctrlPr>
                      </m:radPr>
                      <m:deg/>
                      <m:e>
                        <m:r>
                          <a:rPr lang="en-US" noProof="0" smtClean="0">
                            <a:latin typeface="Cambria Math" panose="02040503050406030204" pitchFamily="18" charset="0"/>
                          </a:rPr>
                          <m:t>𝑝</m:t>
                        </m:r>
                      </m:e>
                    </m:rad>
                  </m:oMath>
                </a14:m>
                <a:endParaRPr lang="sr-Latn-RS" noProof="0" dirty="0"/>
              </a:p>
              <a:p>
                <a:endParaRPr lang="en-US" dirty="0"/>
              </a:p>
            </p:txBody>
          </p:sp>
        </mc:Choice>
        <mc:Fallback>
          <p:sp>
            <p:nvSpPr>
              <p:cNvPr id="3" name="Content Placeholder 2">
                <a:extLst>
                  <a:ext uri="{FF2B5EF4-FFF2-40B4-BE49-F238E27FC236}">
                    <a16:creationId xmlns:a16="http://schemas.microsoft.com/office/drawing/2014/main" id="{1823B7CD-779E-216C-B7E7-33A3504DA267}"/>
                  </a:ext>
                </a:extLst>
              </p:cNvPr>
              <p:cNvSpPr>
                <a:spLocks noGrp="1" noRot="1" noChangeAspect="1" noMove="1" noResize="1" noEditPoints="1" noAdjustHandles="1" noChangeArrowheads="1" noChangeShapeType="1" noTextEdit="1"/>
              </p:cNvSpPr>
              <p:nvPr>
                <p:ph idx="1"/>
              </p:nvPr>
            </p:nvSpPr>
            <p:spPr>
              <a:xfrm>
                <a:off x="0" y="708025"/>
                <a:ext cx="9144000" cy="6149975"/>
              </a:xfrm>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092607242"/>
      </p:ext>
    </p:extLst>
  </p:cSld>
  <p:clrMapOvr>
    <a:masterClrMapping/>
  </p:clrMapOvr>
  <p:transition>
    <p:pull dir="d"/>
  </p:transition>
</p:sld>
</file>

<file path=ppt/theme/theme1.xml><?xml version="1.0" encoding="utf-8"?>
<a:theme xmlns:a="http://schemas.openxmlformats.org/drawingml/2006/main" name="MIMD">
  <a:themeElements>
    <a:clrScheme name="MIMD 15">
      <a:dk1>
        <a:srgbClr val="000000"/>
      </a:dk1>
      <a:lt1>
        <a:srgbClr val="FFFFFF"/>
      </a:lt1>
      <a:dk2>
        <a:srgbClr val="FFFFFF"/>
      </a:dk2>
      <a:lt2>
        <a:srgbClr val="000000"/>
      </a:lt2>
      <a:accent1>
        <a:srgbClr val="A50021"/>
      </a:accent1>
      <a:accent2>
        <a:srgbClr val="009900"/>
      </a:accent2>
      <a:accent3>
        <a:srgbClr val="FFFFFF"/>
      </a:accent3>
      <a:accent4>
        <a:srgbClr val="000000"/>
      </a:accent4>
      <a:accent5>
        <a:srgbClr val="CFAAAB"/>
      </a:accent5>
      <a:accent6>
        <a:srgbClr val="008A00"/>
      </a:accent6>
      <a:hlink>
        <a:srgbClr val="003399"/>
      </a:hlink>
      <a:folHlink>
        <a:srgbClr val="DDDDDD"/>
      </a:folHlink>
    </a:clrScheme>
    <a:fontScheme name="MIMD">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b" anchorCtr="0" compatLnSpc="1">
        <a:prstTxWarp prst="textNoShape">
          <a:avLst/>
        </a:prstTxWarp>
        <a:spAutoFit/>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outerShdw blurRad="38100" dist="38100" dir="2700000" algn="tl">
                <a:srgbClr val="000000">
                  <a:alpha val="43137"/>
                </a:srgbClr>
              </a:outerShdw>
            </a:effectLst>
            <a:latin typeface="Arial"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b" anchorCtr="0" compatLnSpc="1">
        <a:prstTxWarp prst="textNoShape">
          <a:avLst/>
        </a:prstTxWarp>
        <a:spAutoFit/>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outerShdw blurRad="38100" dist="38100" dir="2700000" algn="tl">
                <a:srgbClr val="000000">
                  <a:alpha val="43137"/>
                </a:srgbClr>
              </a:outerShdw>
            </a:effectLst>
            <a:latin typeface="Arial" pitchFamily="34" charset="0"/>
          </a:defRPr>
        </a:defPPr>
      </a:lstStyle>
    </a:lnDef>
  </a:objectDefaults>
  <a:extraClrSchemeLst>
    <a:extraClrScheme>
      <a:clrScheme name="MIMD 1">
        <a:dk1>
          <a:srgbClr val="001932"/>
        </a:dk1>
        <a:lt1>
          <a:srgbClr val="FFFFFF"/>
        </a:lt1>
        <a:dk2>
          <a:srgbClr val="2181B7"/>
        </a:dk2>
        <a:lt2>
          <a:srgbClr val="CCFFFF"/>
        </a:lt2>
        <a:accent1>
          <a:srgbClr val="99FFCC"/>
        </a:accent1>
        <a:accent2>
          <a:srgbClr val="01B0FF"/>
        </a:accent2>
        <a:accent3>
          <a:srgbClr val="ABC1D8"/>
        </a:accent3>
        <a:accent4>
          <a:srgbClr val="DADADA"/>
        </a:accent4>
        <a:accent5>
          <a:srgbClr val="CAFFE2"/>
        </a:accent5>
        <a:accent6>
          <a:srgbClr val="019FE7"/>
        </a:accent6>
        <a:hlink>
          <a:srgbClr val="6666FF"/>
        </a:hlink>
        <a:folHlink>
          <a:srgbClr val="1C6D9A"/>
        </a:folHlink>
      </a:clrScheme>
      <a:clrMap bg1="dk2" tx1="lt1" bg2="dk1" tx2="lt2" accent1="accent1" accent2="accent2" accent3="accent3" accent4="accent4" accent5="accent5" accent6="accent6" hlink="hlink" folHlink="folHlink"/>
    </a:extraClrScheme>
    <a:extraClrScheme>
      <a:clrScheme name="MIMD 2">
        <a:dk1>
          <a:srgbClr val="000000"/>
        </a:dk1>
        <a:lt1>
          <a:srgbClr val="FFFFFF"/>
        </a:lt1>
        <a:dk2>
          <a:srgbClr val="000066"/>
        </a:dk2>
        <a:lt2>
          <a:srgbClr val="969696"/>
        </a:lt2>
        <a:accent1>
          <a:srgbClr val="666699"/>
        </a:accent1>
        <a:accent2>
          <a:srgbClr val="CCCCFF"/>
        </a:accent2>
        <a:accent3>
          <a:srgbClr val="FFFFFF"/>
        </a:accent3>
        <a:accent4>
          <a:srgbClr val="000000"/>
        </a:accent4>
        <a:accent5>
          <a:srgbClr val="B8B8CA"/>
        </a:accent5>
        <a:accent6>
          <a:srgbClr val="B9B9E7"/>
        </a:accent6>
        <a:hlink>
          <a:srgbClr val="CC00CC"/>
        </a:hlink>
        <a:folHlink>
          <a:srgbClr val="EAEAEA"/>
        </a:folHlink>
      </a:clrScheme>
      <a:clrMap bg1="lt1" tx1="dk1" bg2="lt2" tx2="dk2" accent1="accent1" accent2="accent2" accent3="accent3" accent4="accent4" accent5="accent5" accent6="accent6" hlink="hlink" folHlink="folHlink"/>
    </a:extraClrScheme>
    <a:extraClrScheme>
      <a:clrScheme name="MIMD 3">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MIMD 4">
        <a:dk1>
          <a:srgbClr val="000000"/>
        </a:dk1>
        <a:lt1>
          <a:srgbClr val="FFFFCC"/>
        </a:lt1>
        <a:dk2>
          <a:srgbClr val="FF6600"/>
        </a:dk2>
        <a:lt2>
          <a:srgbClr val="333300"/>
        </a:lt2>
        <a:accent1>
          <a:srgbClr val="800000"/>
        </a:accent1>
        <a:accent2>
          <a:srgbClr val="CC6600"/>
        </a:accent2>
        <a:accent3>
          <a:srgbClr val="FFFFE2"/>
        </a:accent3>
        <a:accent4>
          <a:srgbClr val="000000"/>
        </a:accent4>
        <a:accent5>
          <a:srgbClr val="C0AAAA"/>
        </a:accent5>
        <a:accent6>
          <a:srgbClr val="B95C00"/>
        </a:accent6>
        <a:hlink>
          <a:srgbClr val="808000"/>
        </a:hlink>
        <a:folHlink>
          <a:srgbClr val="FFCC66"/>
        </a:folHlink>
      </a:clrScheme>
      <a:clrMap bg1="lt1" tx1="dk1" bg2="lt2" tx2="dk2" accent1="accent1" accent2="accent2" accent3="accent3" accent4="accent4" accent5="accent5" accent6="accent6" hlink="hlink" folHlink="folHlink"/>
    </a:extraClrScheme>
    <a:extraClrScheme>
      <a:clrScheme name="MIMD 5">
        <a:dk1>
          <a:srgbClr val="1C3956"/>
        </a:dk1>
        <a:lt1>
          <a:srgbClr val="FFFFFF"/>
        </a:lt1>
        <a:dk2>
          <a:srgbClr val="003366"/>
        </a:dk2>
        <a:lt2>
          <a:srgbClr val="DDDDDD"/>
        </a:lt2>
        <a:accent1>
          <a:srgbClr val="3D7CBB"/>
        </a:accent1>
        <a:accent2>
          <a:srgbClr val="00152A"/>
        </a:accent2>
        <a:accent3>
          <a:srgbClr val="AAADB8"/>
        </a:accent3>
        <a:accent4>
          <a:srgbClr val="DADADA"/>
        </a:accent4>
        <a:accent5>
          <a:srgbClr val="AFBFDA"/>
        </a:accent5>
        <a:accent6>
          <a:srgbClr val="001225"/>
        </a:accent6>
        <a:hlink>
          <a:srgbClr val="33CCCC"/>
        </a:hlink>
        <a:folHlink>
          <a:srgbClr val="96B9DC"/>
        </a:folHlink>
      </a:clrScheme>
      <a:clrMap bg1="dk2" tx1="lt1" bg2="dk1" tx2="lt2" accent1="accent1" accent2="accent2" accent3="accent3" accent4="accent4" accent5="accent5" accent6="accent6" hlink="hlink" folHlink="folHlink"/>
    </a:extraClrScheme>
    <a:extraClrScheme>
      <a:clrScheme name="MIMD 6">
        <a:dk1>
          <a:srgbClr val="000000"/>
        </a:dk1>
        <a:lt1>
          <a:srgbClr val="FFFFFF"/>
        </a:lt1>
        <a:dk2>
          <a:srgbClr val="440044"/>
        </a:dk2>
        <a:lt2>
          <a:srgbClr val="491D49"/>
        </a:lt2>
        <a:accent1>
          <a:srgbClr val="9D9DBD"/>
        </a:accent1>
        <a:accent2>
          <a:srgbClr val="14213C"/>
        </a:accent2>
        <a:accent3>
          <a:srgbClr val="FFFFFF"/>
        </a:accent3>
        <a:accent4>
          <a:srgbClr val="000000"/>
        </a:accent4>
        <a:accent5>
          <a:srgbClr val="CCCCDB"/>
        </a:accent5>
        <a:accent6>
          <a:srgbClr val="111D35"/>
        </a:accent6>
        <a:hlink>
          <a:srgbClr val="666699"/>
        </a:hlink>
        <a:folHlink>
          <a:srgbClr val="DBDBF1"/>
        </a:folHlink>
      </a:clrScheme>
      <a:clrMap bg1="lt1" tx1="dk1" bg2="lt2" tx2="dk2" accent1="accent1" accent2="accent2" accent3="accent3" accent4="accent4" accent5="accent5" accent6="accent6" hlink="hlink" folHlink="folHlink"/>
    </a:extraClrScheme>
    <a:extraClrScheme>
      <a:clrScheme name="MIMD 7">
        <a:dk1>
          <a:srgbClr val="000000"/>
        </a:dk1>
        <a:lt1>
          <a:srgbClr val="FFFFFF"/>
        </a:lt1>
        <a:dk2>
          <a:srgbClr val="000000"/>
        </a:dk2>
        <a:lt2>
          <a:srgbClr val="001A00"/>
        </a:lt2>
        <a:accent1>
          <a:srgbClr val="339966"/>
        </a:accent1>
        <a:accent2>
          <a:srgbClr val="003300"/>
        </a:accent2>
        <a:accent3>
          <a:srgbClr val="FFFFFF"/>
        </a:accent3>
        <a:accent4>
          <a:srgbClr val="000000"/>
        </a:accent4>
        <a:accent5>
          <a:srgbClr val="ADCAB8"/>
        </a:accent5>
        <a:accent6>
          <a:srgbClr val="002D00"/>
        </a:accent6>
        <a:hlink>
          <a:srgbClr val="FF9933"/>
        </a:hlink>
        <a:folHlink>
          <a:srgbClr val="AFE9CC"/>
        </a:folHlink>
      </a:clrScheme>
      <a:clrMap bg1="lt1" tx1="dk1" bg2="lt2" tx2="dk2" accent1="accent1" accent2="accent2" accent3="accent3" accent4="accent4" accent5="accent5" accent6="accent6" hlink="hlink" folHlink="folHlink"/>
    </a:extraClrScheme>
    <a:extraClrScheme>
      <a:clrScheme name="MIMD 8">
        <a:dk1>
          <a:srgbClr val="000000"/>
        </a:dk1>
        <a:lt1>
          <a:srgbClr val="FFFFFF"/>
        </a:lt1>
        <a:dk2>
          <a:srgbClr val="000000"/>
        </a:dk2>
        <a:lt2>
          <a:srgbClr val="FFCC00"/>
        </a:lt2>
        <a:accent1>
          <a:srgbClr val="FF9900"/>
        </a:accent1>
        <a:accent2>
          <a:srgbClr val="D60093"/>
        </a:accent2>
        <a:accent3>
          <a:srgbClr val="AAAAAA"/>
        </a:accent3>
        <a:accent4>
          <a:srgbClr val="DADADA"/>
        </a:accent4>
        <a:accent5>
          <a:srgbClr val="FFCAAA"/>
        </a:accent5>
        <a:accent6>
          <a:srgbClr val="C20085"/>
        </a:accent6>
        <a:hlink>
          <a:srgbClr val="9966FF"/>
        </a:hlink>
        <a:folHlink>
          <a:srgbClr val="808080"/>
        </a:folHlink>
      </a:clrScheme>
      <a:clrMap bg1="dk2" tx1="lt1" bg2="dk1" tx2="lt2" accent1="accent1" accent2="accent2" accent3="accent3" accent4="accent4" accent5="accent5" accent6="accent6" hlink="hlink" folHlink="folHlink"/>
    </a:extraClrScheme>
    <a:extraClrScheme>
      <a:clrScheme name="MIMD 9">
        <a:dk1>
          <a:srgbClr val="001932"/>
        </a:dk1>
        <a:lt1>
          <a:srgbClr val="FFFFFF"/>
        </a:lt1>
        <a:dk2>
          <a:srgbClr val="1A6690"/>
        </a:dk2>
        <a:lt2>
          <a:srgbClr val="CCFFFF"/>
        </a:lt2>
        <a:accent1>
          <a:srgbClr val="99FFCC"/>
        </a:accent1>
        <a:accent2>
          <a:srgbClr val="01B0FF"/>
        </a:accent2>
        <a:accent3>
          <a:srgbClr val="ABB8C6"/>
        </a:accent3>
        <a:accent4>
          <a:srgbClr val="DADADA"/>
        </a:accent4>
        <a:accent5>
          <a:srgbClr val="CAFFE2"/>
        </a:accent5>
        <a:accent6>
          <a:srgbClr val="019FE7"/>
        </a:accent6>
        <a:hlink>
          <a:srgbClr val="FFCDC0"/>
        </a:hlink>
        <a:folHlink>
          <a:srgbClr val="165476"/>
        </a:folHlink>
      </a:clrScheme>
      <a:clrMap bg1="dk2" tx1="lt1" bg2="dk1" tx2="lt2" accent1="accent1" accent2="accent2" accent3="accent3" accent4="accent4" accent5="accent5" accent6="accent6" hlink="hlink" folHlink="folHlink"/>
    </a:extraClrScheme>
    <a:extraClrScheme>
      <a:clrScheme name="MIMD 10">
        <a:dk1>
          <a:srgbClr val="000000"/>
        </a:dk1>
        <a:lt1>
          <a:srgbClr val="FFFFFF"/>
        </a:lt1>
        <a:dk2>
          <a:srgbClr val="114663"/>
        </a:dk2>
        <a:lt2>
          <a:srgbClr val="CCFFFF"/>
        </a:lt2>
        <a:accent1>
          <a:srgbClr val="99FFCC"/>
        </a:accent1>
        <a:accent2>
          <a:srgbClr val="01B0FF"/>
        </a:accent2>
        <a:accent3>
          <a:srgbClr val="AAB0B7"/>
        </a:accent3>
        <a:accent4>
          <a:srgbClr val="DADADA"/>
        </a:accent4>
        <a:accent5>
          <a:srgbClr val="CAFFE2"/>
        </a:accent5>
        <a:accent6>
          <a:srgbClr val="019FE7"/>
        </a:accent6>
        <a:hlink>
          <a:srgbClr val="FFCDC0"/>
        </a:hlink>
        <a:folHlink>
          <a:srgbClr val="165476"/>
        </a:folHlink>
      </a:clrScheme>
      <a:clrMap bg1="dk2" tx1="lt1" bg2="dk1" tx2="lt2" accent1="accent1" accent2="accent2" accent3="accent3" accent4="accent4" accent5="accent5" accent6="accent6" hlink="hlink" folHlink="folHlink"/>
    </a:extraClrScheme>
    <a:extraClrScheme>
      <a:clrScheme name="MIMD 11">
        <a:dk1>
          <a:srgbClr val="000000"/>
        </a:dk1>
        <a:lt1>
          <a:srgbClr val="FFFFFF"/>
        </a:lt1>
        <a:dk2>
          <a:srgbClr val="114663"/>
        </a:dk2>
        <a:lt2>
          <a:srgbClr val="CCFFFF"/>
        </a:lt2>
        <a:accent1>
          <a:srgbClr val="99FFCC"/>
        </a:accent1>
        <a:accent2>
          <a:srgbClr val="01B0FF"/>
        </a:accent2>
        <a:accent3>
          <a:srgbClr val="AAB0B7"/>
        </a:accent3>
        <a:accent4>
          <a:srgbClr val="DADADA"/>
        </a:accent4>
        <a:accent5>
          <a:srgbClr val="CAFFE2"/>
        </a:accent5>
        <a:accent6>
          <a:srgbClr val="019FE7"/>
        </a:accent6>
        <a:hlink>
          <a:srgbClr val="FFBFAD"/>
        </a:hlink>
        <a:folHlink>
          <a:srgbClr val="0E364C"/>
        </a:folHlink>
      </a:clrScheme>
      <a:clrMap bg1="dk2" tx1="lt1" bg2="dk1" tx2="lt2" accent1="accent1" accent2="accent2" accent3="accent3" accent4="accent4" accent5="accent5" accent6="accent6" hlink="hlink" folHlink="folHlink"/>
    </a:extraClrScheme>
    <a:extraClrScheme>
      <a:clrScheme name="MIMD 12">
        <a:dk1>
          <a:srgbClr val="000000"/>
        </a:dk1>
        <a:lt1>
          <a:srgbClr val="FFFFFF"/>
        </a:lt1>
        <a:dk2>
          <a:srgbClr val="FFFFFF"/>
        </a:dk2>
        <a:lt2>
          <a:srgbClr val="000000"/>
        </a:lt2>
        <a:accent1>
          <a:srgbClr val="A50021"/>
        </a:accent1>
        <a:accent2>
          <a:srgbClr val="01B0FF"/>
        </a:accent2>
        <a:accent3>
          <a:srgbClr val="FFFFFF"/>
        </a:accent3>
        <a:accent4>
          <a:srgbClr val="000000"/>
        </a:accent4>
        <a:accent5>
          <a:srgbClr val="CFAAAB"/>
        </a:accent5>
        <a:accent6>
          <a:srgbClr val="019FE7"/>
        </a:accent6>
        <a:hlink>
          <a:srgbClr val="0033CC"/>
        </a:hlink>
        <a:folHlink>
          <a:srgbClr val="0E364C"/>
        </a:folHlink>
      </a:clrScheme>
      <a:clrMap bg1="lt1" tx1="dk1" bg2="lt2" tx2="dk2" accent1="accent1" accent2="accent2" accent3="accent3" accent4="accent4" accent5="accent5" accent6="accent6" hlink="hlink" folHlink="folHlink"/>
    </a:extraClrScheme>
    <a:extraClrScheme>
      <a:clrScheme name="MIMD 13">
        <a:dk1>
          <a:srgbClr val="000000"/>
        </a:dk1>
        <a:lt1>
          <a:srgbClr val="FFFFFF"/>
        </a:lt1>
        <a:dk2>
          <a:srgbClr val="FFFFFF"/>
        </a:dk2>
        <a:lt2>
          <a:srgbClr val="000000"/>
        </a:lt2>
        <a:accent1>
          <a:srgbClr val="A50021"/>
        </a:accent1>
        <a:accent2>
          <a:srgbClr val="01B0FF"/>
        </a:accent2>
        <a:accent3>
          <a:srgbClr val="FFFFFF"/>
        </a:accent3>
        <a:accent4>
          <a:srgbClr val="000000"/>
        </a:accent4>
        <a:accent5>
          <a:srgbClr val="CFAAAB"/>
        </a:accent5>
        <a:accent6>
          <a:srgbClr val="019FE7"/>
        </a:accent6>
        <a:hlink>
          <a:srgbClr val="003399"/>
        </a:hlink>
        <a:folHlink>
          <a:srgbClr val="0E364C"/>
        </a:folHlink>
      </a:clrScheme>
      <a:clrMap bg1="lt1" tx1="dk1" bg2="lt2" tx2="dk2" accent1="accent1" accent2="accent2" accent3="accent3" accent4="accent4" accent5="accent5" accent6="accent6" hlink="hlink" folHlink="folHlink"/>
    </a:extraClrScheme>
    <a:extraClrScheme>
      <a:clrScheme name="MIMD 14">
        <a:dk1>
          <a:srgbClr val="000000"/>
        </a:dk1>
        <a:lt1>
          <a:srgbClr val="FFFFFF"/>
        </a:lt1>
        <a:dk2>
          <a:srgbClr val="FFFFFF"/>
        </a:dk2>
        <a:lt2>
          <a:srgbClr val="000000"/>
        </a:lt2>
        <a:accent1>
          <a:srgbClr val="A50021"/>
        </a:accent1>
        <a:accent2>
          <a:srgbClr val="01B0FF"/>
        </a:accent2>
        <a:accent3>
          <a:srgbClr val="FFFFFF"/>
        </a:accent3>
        <a:accent4>
          <a:srgbClr val="000000"/>
        </a:accent4>
        <a:accent5>
          <a:srgbClr val="CFAAAB"/>
        </a:accent5>
        <a:accent6>
          <a:srgbClr val="019FE7"/>
        </a:accent6>
        <a:hlink>
          <a:srgbClr val="003399"/>
        </a:hlink>
        <a:folHlink>
          <a:srgbClr val="DDDDDD"/>
        </a:folHlink>
      </a:clrScheme>
      <a:clrMap bg1="lt1" tx1="dk1" bg2="lt2" tx2="dk2" accent1="accent1" accent2="accent2" accent3="accent3" accent4="accent4" accent5="accent5" accent6="accent6" hlink="hlink" folHlink="folHlink"/>
    </a:extraClrScheme>
    <a:extraClrScheme>
      <a:clrScheme name="MIMD 15">
        <a:dk1>
          <a:srgbClr val="000000"/>
        </a:dk1>
        <a:lt1>
          <a:srgbClr val="FFFFFF"/>
        </a:lt1>
        <a:dk2>
          <a:srgbClr val="FFFFFF"/>
        </a:dk2>
        <a:lt2>
          <a:srgbClr val="000000"/>
        </a:lt2>
        <a:accent1>
          <a:srgbClr val="A50021"/>
        </a:accent1>
        <a:accent2>
          <a:srgbClr val="009900"/>
        </a:accent2>
        <a:accent3>
          <a:srgbClr val="FFFFFF"/>
        </a:accent3>
        <a:accent4>
          <a:srgbClr val="000000"/>
        </a:accent4>
        <a:accent5>
          <a:srgbClr val="CFAAAB"/>
        </a:accent5>
        <a:accent6>
          <a:srgbClr val="008A00"/>
        </a:accent6>
        <a:hlink>
          <a:srgbClr val="003399"/>
        </a:hlink>
        <a:folHlink>
          <a:srgbClr val="DDDDDD"/>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grananje-dinam">
  <a:themeElements>
    <a:clrScheme name="grananje-dinam 15">
      <a:dk1>
        <a:srgbClr val="000000"/>
      </a:dk1>
      <a:lt1>
        <a:srgbClr val="FFFFFF"/>
      </a:lt1>
      <a:dk2>
        <a:srgbClr val="FFFFFF"/>
      </a:dk2>
      <a:lt2>
        <a:srgbClr val="000000"/>
      </a:lt2>
      <a:accent1>
        <a:srgbClr val="A50021"/>
      </a:accent1>
      <a:accent2>
        <a:srgbClr val="009900"/>
      </a:accent2>
      <a:accent3>
        <a:srgbClr val="FFFFFF"/>
      </a:accent3>
      <a:accent4>
        <a:srgbClr val="000000"/>
      </a:accent4>
      <a:accent5>
        <a:srgbClr val="CFAAAB"/>
      </a:accent5>
      <a:accent6>
        <a:srgbClr val="008A00"/>
      </a:accent6>
      <a:hlink>
        <a:srgbClr val="003399"/>
      </a:hlink>
      <a:folHlink>
        <a:srgbClr val="DDDDDD"/>
      </a:folHlink>
    </a:clrScheme>
    <a:fontScheme name="grananje-dinam">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b" anchorCtr="0" compatLnSpc="1">
        <a:prstTxWarp prst="textNoShape">
          <a:avLst/>
        </a:prstTxWarp>
        <a:spAutoFit/>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outerShdw blurRad="38100" dist="38100" dir="2700000" algn="tl">
                <a:srgbClr val="000000">
                  <a:alpha val="43137"/>
                </a:srgbClr>
              </a:outerShdw>
            </a:effectLst>
            <a:latin typeface="Arial"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b" anchorCtr="0" compatLnSpc="1">
        <a:prstTxWarp prst="textNoShape">
          <a:avLst/>
        </a:prstTxWarp>
        <a:spAutoFit/>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outerShdw blurRad="38100" dist="38100" dir="2700000" algn="tl">
                <a:srgbClr val="000000">
                  <a:alpha val="43137"/>
                </a:srgbClr>
              </a:outerShdw>
            </a:effectLst>
            <a:latin typeface="Arial" pitchFamily="34" charset="0"/>
          </a:defRPr>
        </a:defPPr>
      </a:lstStyle>
    </a:lnDef>
  </a:objectDefaults>
  <a:extraClrSchemeLst>
    <a:extraClrScheme>
      <a:clrScheme name="grananje-dinam 1">
        <a:dk1>
          <a:srgbClr val="001932"/>
        </a:dk1>
        <a:lt1>
          <a:srgbClr val="FFFFFF"/>
        </a:lt1>
        <a:dk2>
          <a:srgbClr val="2181B7"/>
        </a:dk2>
        <a:lt2>
          <a:srgbClr val="CCFFFF"/>
        </a:lt2>
        <a:accent1>
          <a:srgbClr val="99FFCC"/>
        </a:accent1>
        <a:accent2>
          <a:srgbClr val="01B0FF"/>
        </a:accent2>
        <a:accent3>
          <a:srgbClr val="ABC1D8"/>
        </a:accent3>
        <a:accent4>
          <a:srgbClr val="DADADA"/>
        </a:accent4>
        <a:accent5>
          <a:srgbClr val="CAFFE2"/>
        </a:accent5>
        <a:accent6>
          <a:srgbClr val="019FE7"/>
        </a:accent6>
        <a:hlink>
          <a:srgbClr val="6666FF"/>
        </a:hlink>
        <a:folHlink>
          <a:srgbClr val="1C6D9A"/>
        </a:folHlink>
      </a:clrScheme>
      <a:clrMap bg1="dk2" tx1="lt1" bg2="dk1" tx2="lt2" accent1="accent1" accent2="accent2" accent3="accent3" accent4="accent4" accent5="accent5" accent6="accent6" hlink="hlink" folHlink="folHlink"/>
    </a:extraClrScheme>
    <a:extraClrScheme>
      <a:clrScheme name="grananje-dinam 2">
        <a:dk1>
          <a:srgbClr val="000000"/>
        </a:dk1>
        <a:lt1>
          <a:srgbClr val="FFFFFF"/>
        </a:lt1>
        <a:dk2>
          <a:srgbClr val="000066"/>
        </a:dk2>
        <a:lt2>
          <a:srgbClr val="969696"/>
        </a:lt2>
        <a:accent1>
          <a:srgbClr val="666699"/>
        </a:accent1>
        <a:accent2>
          <a:srgbClr val="CCCCFF"/>
        </a:accent2>
        <a:accent3>
          <a:srgbClr val="FFFFFF"/>
        </a:accent3>
        <a:accent4>
          <a:srgbClr val="000000"/>
        </a:accent4>
        <a:accent5>
          <a:srgbClr val="B8B8CA"/>
        </a:accent5>
        <a:accent6>
          <a:srgbClr val="B9B9E7"/>
        </a:accent6>
        <a:hlink>
          <a:srgbClr val="CC00CC"/>
        </a:hlink>
        <a:folHlink>
          <a:srgbClr val="EAEAEA"/>
        </a:folHlink>
      </a:clrScheme>
      <a:clrMap bg1="lt1" tx1="dk1" bg2="lt2" tx2="dk2" accent1="accent1" accent2="accent2" accent3="accent3" accent4="accent4" accent5="accent5" accent6="accent6" hlink="hlink" folHlink="folHlink"/>
    </a:extraClrScheme>
    <a:extraClrScheme>
      <a:clrScheme name="grananje-dinam 3">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grananje-dinam 4">
        <a:dk1>
          <a:srgbClr val="000000"/>
        </a:dk1>
        <a:lt1>
          <a:srgbClr val="FFFFCC"/>
        </a:lt1>
        <a:dk2>
          <a:srgbClr val="FF6600"/>
        </a:dk2>
        <a:lt2>
          <a:srgbClr val="333300"/>
        </a:lt2>
        <a:accent1>
          <a:srgbClr val="800000"/>
        </a:accent1>
        <a:accent2>
          <a:srgbClr val="CC6600"/>
        </a:accent2>
        <a:accent3>
          <a:srgbClr val="FFFFE2"/>
        </a:accent3>
        <a:accent4>
          <a:srgbClr val="000000"/>
        </a:accent4>
        <a:accent5>
          <a:srgbClr val="C0AAAA"/>
        </a:accent5>
        <a:accent6>
          <a:srgbClr val="B95C00"/>
        </a:accent6>
        <a:hlink>
          <a:srgbClr val="808000"/>
        </a:hlink>
        <a:folHlink>
          <a:srgbClr val="FFCC66"/>
        </a:folHlink>
      </a:clrScheme>
      <a:clrMap bg1="lt1" tx1="dk1" bg2="lt2" tx2="dk2" accent1="accent1" accent2="accent2" accent3="accent3" accent4="accent4" accent5="accent5" accent6="accent6" hlink="hlink" folHlink="folHlink"/>
    </a:extraClrScheme>
    <a:extraClrScheme>
      <a:clrScheme name="grananje-dinam 5">
        <a:dk1>
          <a:srgbClr val="1C3956"/>
        </a:dk1>
        <a:lt1>
          <a:srgbClr val="FFFFFF"/>
        </a:lt1>
        <a:dk2>
          <a:srgbClr val="003366"/>
        </a:dk2>
        <a:lt2>
          <a:srgbClr val="DDDDDD"/>
        </a:lt2>
        <a:accent1>
          <a:srgbClr val="3D7CBB"/>
        </a:accent1>
        <a:accent2>
          <a:srgbClr val="00152A"/>
        </a:accent2>
        <a:accent3>
          <a:srgbClr val="AAADB8"/>
        </a:accent3>
        <a:accent4>
          <a:srgbClr val="DADADA"/>
        </a:accent4>
        <a:accent5>
          <a:srgbClr val="AFBFDA"/>
        </a:accent5>
        <a:accent6>
          <a:srgbClr val="001225"/>
        </a:accent6>
        <a:hlink>
          <a:srgbClr val="33CCCC"/>
        </a:hlink>
        <a:folHlink>
          <a:srgbClr val="96B9DC"/>
        </a:folHlink>
      </a:clrScheme>
      <a:clrMap bg1="dk2" tx1="lt1" bg2="dk1" tx2="lt2" accent1="accent1" accent2="accent2" accent3="accent3" accent4="accent4" accent5="accent5" accent6="accent6" hlink="hlink" folHlink="folHlink"/>
    </a:extraClrScheme>
    <a:extraClrScheme>
      <a:clrScheme name="grananje-dinam 6">
        <a:dk1>
          <a:srgbClr val="000000"/>
        </a:dk1>
        <a:lt1>
          <a:srgbClr val="FFFFFF"/>
        </a:lt1>
        <a:dk2>
          <a:srgbClr val="440044"/>
        </a:dk2>
        <a:lt2>
          <a:srgbClr val="491D49"/>
        </a:lt2>
        <a:accent1>
          <a:srgbClr val="9D9DBD"/>
        </a:accent1>
        <a:accent2>
          <a:srgbClr val="14213C"/>
        </a:accent2>
        <a:accent3>
          <a:srgbClr val="FFFFFF"/>
        </a:accent3>
        <a:accent4>
          <a:srgbClr val="000000"/>
        </a:accent4>
        <a:accent5>
          <a:srgbClr val="CCCCDB"/>
        </a:accent5>
        <a:accent6>
          <a:srgbClr val="111D35"/>
        </a:accent6>
        <a:hlink>
          <a:srgbClr val="666699"/>
        </a:hlink>
        <a:folHlink>
          <a:srgbClr val="DBDBF1"/>
        </a:folHlink>
      </a:clrScheme>
      <a:clrMap bg1="lt1" tx1="dk1" bg2="lt2" tx2="dk2" accent1="accent1" accent2="accent2" accent3="accent3" accent4="accent4" accent5="accent5" accent6="accent6" hlink="hlink" folHlink="folHlink"/>
    </a:extraClrScheme>
    <a:extraClrScheme>
      <a:clrScheme name="grananje-dinam 7">
        <a:dk1>
          <a:srgbClr val="000000"/>
        </a:dk1>
        <a:lt1>
          <a:srgbClr val="FFFFFF"/>
        </a:lt1>
        <a:dk2>
          <a:srgbClr val="000000"/>
        </a:dk2>
        <a:lt2>
          <a:srgbClr val="001A00"/>
        </a:lt2>
        <a:accent1>
          <a:srgbClr val="339966"/>
        </a:accent1>
        <a:accent2>
          <a:srgbClr val="003300"/>
        </a:accent2>
        <a:accent3>
          <a:srgbClr val="FFFFFF"/>
        </a:accent3>
        <a:accent4>
          <a:srgbClr val="000000"/>
        </a:accent4>
        <a:accent5>
          <a:srgbClr val="ADCAB8"/>
        </a:accent5>
        <a:accent6>
          <a:srgbClr val="002D00"/>
        </a:accent6>
        <a:hlink>
          <a:srgbClr val="FF9933"/>
        </a:hlink>
        <a:folHlink>
          <a:srgbClr val="AFE9CC"/>
        </a:folHlink>
      </a:clrScheme>
      <a:clrMap bg1="lt1" tx1="dk1" bg2="lt2" tx2="dk2" accent1="accent1" accent2="accent2" accent3="accent3" accent4="accent4" accent5="accent5" accent6="accent6" hlink="hlink" folHlink="folHlink"/>
    </a:extraClrScheme>
    <a:extraClrScheme>
      <a:clrScheme name="grananje-dinam 8">
        <a:dk1>
          <a:srgbClr val="000000"/>
        </a:dk1>
        <a:lt1>
          <a:srgbClr val="FFFFFF"/>
        </a:lt1>
        <a:dk2>
          <a:srgbClr val="000000"/>
        </a:dk2>
        <a:lt2>
          <a:srgbClr val="FFCC00"/>
        </a:lt2>
        <a:accent1>
          <a:srgbClr val="FF9900"/>
        </a:accent1>
        <a:accent2>
          <a:srgbClr val="D60093"/>
        </a:accent2>
        <a:accent3>
          <a:srgbClr val="AAAAAA"/>
        </a:accent3>
        <a:accent4>
          <a:srgbClr val="DADADA"/>
        </a:accent4>
        <a:accent5>
          <a:srgbClr val="FFCAAA"/>
        </a:accent5>
        <a:accent6>
          <a:srgbClr val="C20085"/>
        </a:accent6>
        <a:hlink>
          <a:srgbClr val="9966FF"/>
        </a:hlink>
        <a:folHlink>
          <a:srgbClr val="808080"/>
        </a:folHlink>
      </a:clrScheme>
      <a:clrMap bg1="dk2" tx1="lt1" bg2="dk1" tx2="lt2" accent1="accent1" accent2="accent2" accent3="accent3" accent4="accent4" accent5="accent5" accent6="accent6" hlink="hlink" folHlink="folHlink"/>
    </a:extraClrScheme>
    <a:extraClrScheme>
      <a:clrScheme name="grananje-dinam 9">
        <a:dk1>
          <a:srgbClr val="001932"/>
        </a:dk1>
        <a:lt1>
          <a:srgbClr val="FFFFFF"/>
        </a:lt1>
        <a:dk2>
          <a:srgbClr val="1A6690"/>
        </a:dk2>
        <a:lt2>
          <a:srgbClr val="CCFFFF"/>
        </a:lt2>
        <a:accent1>
          <a:srgbClr val="99FFCC"/>
        </a:accent1>
        <a:accent2>
          <a:srgbClr val="01B0FF"/>
        </a:accent2>
        <a:accent3>
          <a:srgbClr val="ABB8C6"/>
        </a:accent3>
        <a:accent4>
          <a:srgbClr val="DADADA"/>
        </a:accent4>
        <a:accent5>
          <a:srgbClr val="CAFFE2"/>
        </a:accent5>
        <a:accent6>
          <a:srgbClr val="019FE7"/>
        </a:accent6>
        <a:hlink>
          <a:srgbClr val="FFCDC0"/>
        </a:hlink>
        <a:folHlink>
          <a:srgbClr val="165476"/>
        </a:folHlink>
      </a:clrScheme>
      <a:clrMap bg1="dk2" tx1="lt1" bg2="dk1" tx2="lt2" accent1="accent1" accent2="accent2" accent3="accent3" accent4="accent4" accent5="accent5" accent6="accent6" hlink="hlink" folHlink="folHlink"/>
    </a:extraClrScheme>
    <a:extraClrScheme>
      <a:clrScheme name="grananje-dinam 10">
        <a:dk1>
          <a:srgbClr val="000000"/>
        </a:dk1>
        <a:lt1>
          <a:srgbClr val="FFFFFF"/>
        </a:lt1>
        <a:dk2>
          <a:srgbClr val="114663"/>
        </a:dk2>
        <a:lt2>
          <a:srgbClr val="CCFFFF"/>
        </a:lt2>
        <a:accent1>
          <a:srgbClr val="99FFCC"/>
        </a:accent1>
        <a:accent2>
          <a:srgbClr val="01B0FF"/>
        </a:accent2>
        <a:accent3>
          <a:srgbClr val="AAB0B7"/>
        </a:accent3>
        <a:accent4>
          <a:srgbClr val="DADADA"/>
        </a:accent4>
        <a:accent5>
          <a:srgbClr val="CAFFE2"/>
        </a:accent5>
        <a:accent6>
          <a:srgbClr val="019FE7"/>
        </a:accent6>
        <a:hlink>
          <a:srgbClr val="FFCDC0"/>
        </a:hlink>
        <a:folHlink>
          <a:srgbClr val="165476"/>
        </a:folHlink>
      </a:clrScheme>
      <a:clrMap bg1="dk2" tx1="lt1" bg2="dk1" tx2="lt2" accent1="accent1" accent2="accent2" accent3="accent3" accent4="accent4" accent5="accent5" accent6="accent6" hlink="hlink" folHlink="folHlink"/>
    </a:extraClrScheme>
    <a:extraClrScheme>
      <a:clrScheme name="grananje-dinam 11">
        <a:dk1>
          <a:srgbClr val="000000"/>
        </a:dk1>
        <a:lt1>
          <a:srgbClr val="FFFFFF"/>
        </a:lt1>
        <a:dk2>
          <a:srgbClr val="114663"/>
        </a:dk2>
        <a:lt2>
          <a:srgbClr val="CCFFFF"/>
        </a:lt2>
        <a:accent1>
          <a:srgbClr val="99FFCC"/>
        </a:accent1>
        <a:accent2>
          <a:srgbClr val="01B0FF"/>
        </a:accent2>
        <a:accent3>
          <a:srgbClr val="AAB0B7"/>
        </a:accent3>
        <a:accent4>
          <a:srgbClr val="DADADA"/>
        </a:accent4>
        <a:accent5>
          <a:srgbClr val="CAFFE2"/>
        </a:accent5>
        <a:accent6>
          <a:srgbClr val="019FE7"/>
        </a:accent6>
        <a:hlink>
          <a:srgbClr val="FFBFAD"/>
        </a:hlink>
        <a:folHlink>
          <a:srgbClr val="0E364C"/>
        </a:folHlink>
      </a:clrScheme>
      <a:clrMap bg1="dk2" tx1="lt1" bg2="dk1" tx2="lt2" accent1="accent1" accent2="accent2" accent3="accent3" accent4="accent4" accent5="accent5" accent6="accent6" hlink="hlink" folHlink="folHlink"/>
    </a:extraClrScheme>
    <a:extraClrScheme>
      <a:clrScheme name="grananje-dinam 12">
        <a:dk1>
          <a:srgbClr val="000000"/>
        </a:dk1>
        <a:lt1>
          <a:srgbClr val="FFFFFF"/>
        </a:lt1>
        <a:dk2>
          <a:srgbClr val="FFFFFF"/>
        </a:dk2>
        <a:lt2>
          <a:srgbClr val="000000"/>
        </a:lt2>
        <a:accent1>
          <a:srgbClr val="A50021"/>
        </a:accent1>
        <a:accent2>
          <a:srgbClr val="01B0FF"/>
        </a:accent2>
        <a:accent3>
          <a:srgbClr val="FFFFFF"/>
        </a:accent3>
        <a:accent4>
          <a:srgbClr val="000000"/>
        </a:accent4>
        <a:accent5>
          <a:srgbClr val="CFAAAB"/>
        </a:accent5>
        <a:accent6>
          <a:srgbClr val="019FE7"/>
        </a:accent6>
        <a:hlink>
          <a:srgbClr val="0033CC"/>
        </a:hlink>
        <a:folHlink>
          <a:srgbClr val="0E364C"/>
        </a:folHlink>
      </a:clrScheme>
      <a:clrMap bg1="lt1" tx1="dk1" bg2="lt2" tx2="dk2" accent1="accent1" accent2="accent2" accent3="accent3" accent4="accent4" accent5="accent5" accent6="accent6" hlink="hlink" folHlink="folHlink"/>
    </a:extraClrScheme>
    <a:extraClrScheme>
      <a:clrScheme name="grananje-dinam 13">
        <a:dk1>
          <a:srgbClr val="000000"/>
        </a:dk1>
        <a:lt1>
          <a:srgbClr val="FFFFFF"/>
        </a:lt1>
        <a:dk2>
          <a:srgbClr val="FFFFFF"/>
        </a:dk2>
        <a:lt2>
          <a:srgbClr val="000000"/>
        </a:lt2>
        <a:accent1>
          <a:srgbClr val="A50021"/>
        </a:accent1>
        <a:accent2>
          <a:srgbClr val="01B0FF"/>
        </a:accent2>
        <a:accent3>
          <a:srgbClr val="FFFFFF"/>
        </a:accent3>
        <a:accent4>
          <a:srgbClr val="000000"/>
        </a:accent4>
        <a:accent5>
          <a:srgbClr val="CFAAAB"/>
        </a:accent5>
        <a:accent6>
          <a:srgbClr val="019FE7"/>
        </a:accent6>
        <a:hlink>
          <a:srgbClr val="003399"/>
        </a:hlink>
        <a:folHlink>
          <a:srgbClr val="0E364C"/>
        </a:folHlink>
      </a:clrScheme>
      <a:clrMap bg1="lt1" tx1="dk1" bg2="lt2" tx2="dk2" accent1="accent1" accent2="accent2" accent3="accent3" accent4="accent4" accent5="accent5" accent6="accent6" hlink="hlink" folHlink="folHlink"/>
    </a:extraClrScheme>
    <a:extraClrScheme>
      <a:clrScheme name="grananje-dinam 14">
        <a:dk1>
          <a:srgbClr val="000000"/>
        </a:dk1>
        <a:lt1>
          <a:srgbClr val="FFFFFF"/>
        </a:lt1>
        <a:dk2>
          <a:srgbClr val="FFFFFF"/>
        </a:dk2>
        <a:lt2>
          <a:srgbClr val="000000"/>
        </a:lt2>
        <a:accent1>
          <a:srgbClr val="A50021"/>
        </a:accent1>
        <a:accent2>
          <a:srgbClr val="01B0FF"/>
        </a:accent2>
        <a:accent3>
          <a:srgbClr val="FFFFFF"/>
        </a:accent3>
        <a:accent4>
          <a:srgbClr val="000000"/>
        </a:accent4>
        <a:accent5>
          <a:srgbClr val="CFAAAB"/>
        </a:accent5>
        <a:accent6>
          <a:srgbClr val="019FE7"/>
        </a:accent6>
        <a:hlink>
          <a:srgbClr val="003399"/>
        </a:hlink>
        <a:folHlink>
          <a:srgbClr val="DDDDDD"/>
        </a:folHlink>
      </a:clrScheme>
      <a:clrMap bg1="lt1" tx1="dk1" bg2="lt2" tx2="dk2" accent1="accent1" accent2="accent2" accent3="accent3" accent4="accent4" accent5="accent5" accent6="accent6" hlink="hlink" folHlink="folHlink"/>
    </a:extraClrScheme>
    <a:extraClrScheme>
      <a:clrScheme name="grananje-dinam 15">
        <a:dk1>
          <a:srgbClr val="000000"/>
        </a:dk1>
        <a:lt1>
          <a:srgbClr val="FFFFFF"/>
        </a:lt1>
        <a:dk2>
          <a:srgbClr val="FFFFFF"/>
        </a:dk2>
        <a:lt2>
          <a:srgbClr val="000000"/>
        </a:lt2>
        <a:accent1>
          <a:srgbClr val="A50021"/>
        </a:accent1>
        <a:accent2>
          <a:srgbClr val="009900"/>
        </a:accent2>
        <a:accent3>
          <a:srgbClr val="FFFFFF"/>
        </a:accent3>
        <a:accent4>
          <a:srgbClr val="000000"/>
        </a:accent4>
        <a:accent5>
          <a:srgbClr val="CFAAAB"/>
        </a:accent5>
        <a:accent6>
          <a:srgbClr val="008A00"/>
        </a:accent6>
        <a:hlink>
          <a:srgbClr val="003399"/>
        </a:hlink>
        <a:folHlink>
          <a:srgbClr val="DDDDDD"/>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Dinamicko</Template>
  <TotalTime>2038</TotalTime>
  <Words>3836</Words>
  <Application>Microsoft Office PowerPoint</Application>
  <PresentationFormat>On-screen Show (4:3)</PresentationFormat>
  <Paragraphs>306</Paragraphs>
  <Slides>31</Slides>
  <Notes>17</Notes>
  <HiddenSlides>1</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31</vt:i4>
      </vt:variant>
    </vt:vector>
  </HeadingPairs>
  <TitlesOfParts>
    <vt:vector size="42" baseType="lpstr">
      <vt:lpstr>Arial</vt:lpstr>
      <vt:lpstr>Arial Narrow</vt:lpstr>
      <vt:lpstr>Calibri</vt:lpstr>
      <vt:lpstr>Cambria Math</vt:lpstr>
      <vt:lpstr>F15</vt:lpstr>
      <vt:lpstr>Tahoma</vt:lpstr>
      <vt:lpstr>Times New Roman</vt:lpstr>
      <vt:lpstr>Wingdings</vt:lpstr>
      <vt:lpstr>Wingdings 2</vt:lpstr>
      <vt:lpstr>MIMD</vt:lpstr>
      <vt:lpstr>grananje-dinam</vt:lpstr>
      <vt:lpstr>Paralelni sistemi</vt:lpstr>
      <vt:lpstr>Projektovanje paralelenih algoritama</vt:lpstr>
      <vt:lpstr>Dekompozicija</vt:lpstr>
      <vt:lpstr>Domenska dekompozicija</vt:lpstr>
      <vt:lpstr>Domenska dekompozicija</vt:lpstr>
      <vt:lpstr>Funkcionalna dekompozicija</vt:lpstr>
      <vt:lpstr>Fosterova lista za procenu dekompozicije</vt:lpstr>
      <vt:lpstr>Komunikacija</vt:lpstr>
      <vt:lpstr>Fosterova lista za procenu komunikacje</vt:lpstr>
      <vt:lpstr>Aglomeracija</vt:lpstr>
      <vt:lpstr>Preslikavanje (mapping)</vt:lpstr>
      <vt:lpstr>Projektovanje paralelnih algoritama</vt:lpstr>
      <vt:lpstr>Primer</vt:lpstr>
      <vt:lpstr>Dekompozicija i obrada upita</vt:lpstr>
      <vt:lpstr>Dekompozicija i obrada upita V2</vt:lpstr>
      <vt:lpstr>PowerPoint Presentation</vt:lpstr>
      <vt:lpstr>Preslikavanje</vt:lpstr>
      <vt:lpstr>Apstraktni model računara sa deljivom memorijom (PRAM – Parallel Random Access Machine) – Idealni paralelni sistem</vt:lpstr>
      <vt:lpstr>Komentari o Shared memory računarima (1)</vt:lpstr>
      <vt:lpstr>PowerPoint Presentation</vt:lpstr>
      <vt:lpstr>Algoritam</vt:lpstr>
      <vt:lpstr>Vremenska kompleksnost za EREW</vt:lpstr>
      <vt:lpstr>ERCW</vt:lpstr>
      <vt:lpstr>CREW</vt:lpstr>
      <vt:lpstr>CRCW</vt:lpstr>
      <vt:lpstr>Primer: Fosterova metodologija projektovanja - proizvod matrica</vt:lpstr>
      <vt:lpstr>Korak 1: dekompozicija</vt:lpstr>
      <vt:lpstr>Korak 2: komunikacija</vt:lpstr>
      <vt:lpstr>Aglomeracija: grupisanje primitivnih zadataka po vrstama</vt:lpstr>
      <vt:lpstr>Aglomeracija: grupisanje po blokovima </vt:lpstr>
      <vt:lpstr>Preslikavanje </vt:lpstr>
    </vt:vector>
  </TitlesOfParts>
  <Company>Grizli777</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Projektovanje paralelnih algoritama</dc:title>
  <dc:creator>Ema</dc:creator>
  <cp:lastModifiedBy>Emina Milovanovic</cp:lastModifiedBy>
  <cp:revision>55</cp:revision>
  <dcterms:created xsi:type="dcterms:W3CDTF">2022-11-28T19:46:48Z</dcterms:created>
  <dcterms:modified xsi:type="dcterms:W3CDTF">2026-03-23T19:55:04Z</dcterms:modified>
</cp:coreProperties>
</file>